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f2c48694a1462f" /><Relationship Type="http://schemas.openxmlformats.org/officeDocument/2006/relationships/extended-properties" Target="/docProps/app.xml" Id="R80a2486149104e0e" /><Relationship Type="http://schemas.openxmlformats.org/officeDocument/2006/relationships/officeDocument" Target="/ppt/presentation.xml" Id="Refd3e2cafdcd4834" /></Relationships>
</file>

<file path=ppt/presentation.xml><?xml version="1.0" encoding="utf-8"?>
<p:presentation xmlns:p="http://schemas.openxmlformats.org/presentationml/2006/main">
  <p:sldMasterIdLst>
    <p:sldMasterId xmlns:r="http://schemas.openxmlformats.org/officeDocument/2006/relationships" id="2147483648" r:id="Rae0492940f21434d"/>
  </p:sldMasterIdLst>
  <p:notesMasterIdLst>
    <p:notesMasterId xmlns:r="http://schemas.openxmlformats.org/officeDocument/2006/relationships" r:id="R31eede738f4e4381"/>
  </p:notesMasterIdLst>
  <p:sldIdLst>
    <p:sldId xmlns:r="http://schemas.openxmlformats.org/officeDocument/2006/relationships" id="256" r:id="Ra1518c68bc7541c8"/>
    <p:sldId xmlns:r="http://schemas.openxmlformats.org/officeDocument/2006/relationships" id="257" r:id="R586f45e446b842ca"/>
    <p:sldId xmlns:r="http://schemas.openxmlformats.org/officeDocument/2006/relationships" id="258" r:id="Rca4d9c75863c4b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f991a384e64886" /><Relationship Type="http://schemas.openxmlformats.org/officeDocument/2006/relationships/slideMaster" Target="/ppt/slideMasters/slideMaster1.xml" Id="Rae0492940f21434d" /><Relationship Type="http://schemas.openxmlformats.org/officeDocument/2006/relationships/notesMaster" Target="/ppt/notesMasters/notesMaster1.xml" Id="R31eede738f4e4381" /><Relationship Type="http://schemas.openxmlformats.org/officeDocument/2006/relationships/presProps" Target="/ppt/presProps.xml" Id="Rcabb2c34da3b4328" /><Relationship Type="http://schemas.openxmlformats.org/officeDocument/2006/relationships/tableStyles" Target="/ppt/tableStyles.xml" Id="Rbcee644837ec4baa" /><Relationship Type="http://schemas.openxmlformats.org/officeDocument/2006/relationships/slide" Target="/ppt/slides/slide1.xml" Id="Ra1518c68bc7541c8" /><Relationship Type="http://schemas.openxmlformats.org/officeDocument/2006/relationships/slide" Target="/ppt/slides/slide2.xml" Id="R586f45e446b842ca" /><Relationship Type="http://schemas.openxmlformats.org/officeDocument/2006/relationships/slide" Target="/ppt/slides/slide3.xml" Id="Rca4d9c75863c4b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d1bd12249341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177493f3324246" /><Relationship Type="http://schemas.openxmlformats.org/officeDocument/2006/relationships/notesMaster" Target="/ppt/notesMasters/notesMaster1.xml" Id="R648a241a598347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b8872713004c75" /><Relationship Type="http://schemas.openxmlformats.org/officeDocument/2006/relationships/notesMaster" Target="/ppt/notesMasters/notesMaster1.xml" Id="R8de3a6d5553e4e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5ab6c903bc4bfa" /><Relationship Type="http://schemas.openxmlformats.org/officeDocument/2006/relationships/notesMaster" Target="/ppt/notesMasters/notesMaster1.xml" Id="Re88635baa89d44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story: As a new operator on Sana Vey's garden crew, I want an illustrated offline guide, so I can follow the current instructions when the network is down. This editable prototype maps the story array index, image filename, exact app story text, image description, and Back/Next/Restart routes. Artwork: illustrations generated with ChatGPT for Greenward: A New Crew. Embedded PNG illustration corresponds to the JPG asset filename used in the user's app. Branching and sound omitted. This prototype is separate from evidence of app testing or peer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story: As a new operator on Sana Vey's garden crew, I want an illustrated offline guide, so I can follow the current instructions when the network is down. This editable prototype maps the story array index, image filename, exact app story text, image description, and Back/Next/Restart routes. Artwork: illustrations generated with ChatGPT for Greenward: A New Crew. Embedded PNG illustration corresponds to the JPG asset filename used in the user's app. Branching and sound omitted. This prototype is separate from evidence of app testing or peer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story: As a new operator on Sana Vey's garden crew, I want an illustrated offline guide, so I can follow the current instructions when the network is down. This editable prototype maps the story array index, image filename, exact app story text, image description, and Back/Next/Restart routes. Artwork: illustrations generated with ChatGPT for Greenward: A New Crew. Embedded PNG illustration corresponds to the JPG asset filename used in the user's app. Branching and sound omitted. This prototype is separate from evidence of app testing or peer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7d420ffab546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dfdd45400c47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652c78ff9a47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76a7ac33334c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bf1e69bf877416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64dd03ac24647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E6616C-5BF6-466A-808F-A9C50AD208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A6C3C7E-034E-49EF-BE87-54C595A2054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1593CC8-BA79-43A7-8A85-027563D888D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E25E46-8D29-4FEB-BF47-D64432B299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8E26C1-7FE7-48F5-A1C9-F8FDF7C3921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6E8539-213E-4D2D-B4F1-6B335DE7CF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E8C3ED-7465-4D86-A4AA-2F4C25425C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7F53B8-B123-488D-9572-AFFF4B5DA61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05816B-A642-4336-A1CB-3CCBB22FA4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1F04E8-3C3B-472E-96DC-DB47976BC5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397fc9db9b4d59" /><Relationship Type="http://schemas.openxmlformats.org/officeDocument/2006/relationships/slideLayout" Target="/ppt/slideLayouts/slideLayout1.xml" Id="Reb8af943d7c1481f" /><Relationship Type="http://schemas.openxmlformats.org/officeDocument/2006/relationships/slideLayout" Target="/ppt/slideLayouts/slideLayout2.xml" Id="R7e185d519cd841f2" /><Relationship Type="http://schemas.openxmlformats.org/officeDocument/2006/relationships/slideLayout" Target="/ppt/slideLayouts/slideLayout3.xml" Id="R8bb9d370ab834303" /><Relationship Type="http://schemas.openxmlformats.org/officeDocument/2006/relationships/slideLayout" Target="/ppt/slideLayouts/slideLayout4.xml" Id="R60c467c1f35048df" /><Relationship Type="http://schemas.openxmlformats.org/officeDocument/2006/relationships/slideLayout" Target="/ppt/slideLayouts/slideLayout5.xml" Id="R90eed5a5c1b341fa" /><Relationship Type="http://schemas.openxmlformats.org/officeDocument/2006/relationships/slideLayout" Target="/ppt/slideLayouts/slideLayout6.xml" Id="R4e10e930188b47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8af943d7c1481f"/>
    <p:sldLayoutId xmlns:r="http://schemas.openxmlformats.org/officeDocument/2006/relationships" id="2147483650" r:id="R7e185d519cd841f2"/>
    <p:sldLayoutId xmlns:r="http://schemas.openxmlformats.org/officeDocument/2006/relationships" id="2147483651" r:id="R8bb9d370ab834303"/>
    <p:sldLayoutId xmlns:r="http://schemas.openxmlformats.org/officeDocument/2006/relationships" id="2147483652" r:id="R60c467c1f35048df"/>
    <p:sldLayoutId xmlns:r="http://schemas.openxmlformats.org/officeDocument/2006/relationships" id="2147483653" r:id="R90eed5a5c1b341fa"/>
    <p:sldLayoutId xmlns:r="http://schemas.openxmlformats.org/officeDocument/2006/relationships" id="2147483654" r:id="R4e10e930188b47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4d6009e0214aff" /><Relationship Type="http://schemas.openxmlformats.org/officeDocument/2006/relationships/image" Target="/ppt/media/image.png" Id="Rf0634eb810874d67" /><Relationship Type="http://schemas.openxmlformats.org/officeDocument/2006/relationships/notesSlide" Target="/ppt/notesSlides/notesSlide1.xml" Id="R2f8582d5040945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b21c391c89049d2" /><Relationship Type="http://schemas.openxmlformats.org/officeDocument/2006/relationships/image" Target="/ppt/media/image2.png" Id="R394a3aee65904391" /><Relationship Type="http://schemas.openxmlformats.org/officeDocument/2006/relationships/notesSlide" Target="/ppt/notesSlides/notesSlide2.xml" Id="R88ffed8a7e4549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600bb6380654b41" /><Relationship Type="http://schemas.openxmlformats.org/officeDocument/2006/relationships/image" Target="/ppt/media/image3.png" Id="R805d6c140a224fef" /><Relationship Type="http://schemas.openxmlformats.org/officeDocument/2006/relationships/notesSlide" Target="/ppt/notesSlides/notesSlide3.xml" Id="R3a4633a8472048d9" /></Relationships>
</file>

<file path=ppt/slides/slide1.xml><?xml version="1.0" encoding="utf-8"?>
<p:sld xmlns:p="http://schemas.openxmlformats.org/presentationml/2006/main">
  <p:cSld>
    <p:bg>
      <p:bgPr>
        <a:solidFill xmlns:a="http://schemas.openxmlformats.org/drawingml/2006/main">
          <a:srgbClr val="F0F3E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F522057-7E22-4438-B188-26F3DC410FCA}"/>
              </a:ext>
            </a:extLst>
          </p:cNvPr>
          <p:cNvSpPr>
            <a:spLocks xmlns:a="http://schemas.openxmlformats.org/drawingml/2006/main" noGrp="1"/>
          </p:cNvSpPr>
          <p:nvPr/>
        </p:nvSpPr>
        <p:spPr>
          <a:xfrm xmlns:a="http://schemas.openxmlformats.org/drawingml/2006/main">
            <a:off x="381000" y="190500"/>
            <a:ext cx="1143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b="1">
                <a:solidFill>
                  <a:srgbClr val="173F32"/>
                </a:solidFill>
                <a:latin typeface="Bitstream Charter"/>
                <a:ea typeface="Bitstream Charter"/>
                <a:cs typeface="Bitstream Charter"/>
              </a:defRPr>
            </a:defPPr>
          </a:lstStyle>
          <a:p xmlns:a="http://schemas.openxmlformats.org/drawingml/2006/main">
            <a:pPr algn="l">
              <a:defRPr sz="2400" b="1">
                <a:solidFill>
                  <a:srgbClr val="173F32"/>
                </a:solidFill>
                <a:latin typeface="Bitstream Charter"/>
                <a:ea typeface="Bitstream Charter"/>
                <a:cs typeface="Bitstream Charter"/>
              </a:defRPr>
            </a:pPr>
            <a:r>
              <a:rPr sz="2400" b="1">
                <a:solidFill>
                  <a:srgbClr val="173F32"/>
                </a:solidFill>
                <a:latin typeface="Bitstream Charter"/>
                <a:ea typeface="Bitstream Charter"/>
                <a:cs typeface="Bitstream Charter"/>
              </a:rPr>
              <a:t>Greenward: A New Crew / Beginning</a:t>
            </a:r>
          </a:p>
        </p:txBody>
      </p:sp>
      <p:sp>
        <p:nvSpPr>
          <p:cNvPr id="2" name="">
            <a:extLst xmlns:a="http://schemas.openxmlformats.org/drawingml/2006/main">
              <a:ext uri="{FF2B5EF4-FFF2-40B4-BE49-F238E27FC236}">
                <a16:creationId xmlns:a16="http://schemas.microsoft.com/office/drawing/2014/main" id="{7E39FC5A-F608-44D4-A7E2-D17B555E1F71}"/>
              </a:ext>
            </a:extLst>
          </p:cNvPr>
          <p:cNvSpPr>
            <a:spLocks xmlns:a="http://schemas.openxmlformats.org/drawingml/2006/main" noGrp="1"/>
          </p:cNvSpPr>
          <p:nvPr/>
        </p:nvSpPr>
        <p:spPr>
          <a:xfrm xmlns:a="http://schemas.openxmlformats.org/drawingml/2006/main">
            <a:off x="381000" y="838200"/>
            <a:ext cx="8096250" cy="5429250"/>
          </a:xfrm>
          <a:prstGeom xmlns:a="http://schemas.openxmlformats.org/drawingml/2006/main" prst="rect">
            <a:avLst/>
          </a:prstGeom>
          <a:solidFill xmlns:a="http://schemas.openxmlformats.org/drawingml/2006/main">
            <a:srgbClr val="103C40"/>
          </a:solidFill>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F1F5EB"/>
                </a:solidFill>
                <a:latin typeface="Bitstream Charter"/>
                <a:ea typeface="Bitstream Charter"/>
                <a:cs typeface="Bitstream Charter"/>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CECC778F-A2A1-4B94-B61D-8212C9631FB8}"/>
              </a:ext>
            </a:extLst>
          </p:cNvPr>
          <p:cNvSpPr>
            <a:spLocks xmlns:a="http://schemas.openxmlformats.org/drawingml/2006/main" noGrp="1"/>
          </p:cNvSpPr>
          <p:nvPr/>
        </p:nvSpPr>
        <p:spPr>
          <a:xfrm xmlns:a="http://schemas.openxmlformats.org/drawingml/2006/main">
            <a:off x="619125" y="1000125"/>
            <a:ext cx="752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75" b="0">
                <a:solidFill>
                  <a:srgbClr val="E9DDB5"/>
                </a:solidFill>
                <a:latin typeface="Bitstream Charter"/>
                <a:ea typeface="Bitstream Charter"/>
                <a:cs typeface="Bitstream Charter"/>
              </a:defRPr>
            </a:defPPr>
          </a:lstStyle>
          <a:p xmlns:a="http://schemas.openxmlformats.org/drawingml/2006/main">
            <a:pPr algn="l">
              <a:defRPr sz="1575" b="0">
                <a:solidFill>
                  <a:srgbClr val="E9DDB5"/>
                </a:solidFill>
                <a:latin typeface="Bitstream Charter"/>
                <a:ea typeface="Bitstream Charter"/>
                <a:cs typeface="Bitstream Charter"/>
              </a:defRPr>
            </a:pPr>
            <a:r>
              <a:rPr sz="1575" b="0">
                <a:solidFill>
                  <a:srgbClr val="E9DDB5"/>
                </a:solidFill>
                <a:latin typeface="Bitstream Charter"/>
                <a:ea typeface="Bitstream Charter"/>
                <a:cs typeface="Bitstream Charter"/>
              </a:rPr>
              <a:t>FIELD STORY / CS110</a:t>
            </a:r>
          </a:p>
        </p:txBody>
      </p:sp>
      <p:sp>
        <p:nvSpPr>
          <p:cNvPr id="4" name="">
            <a:extLst xmlns:a="http://schemas.openxmlformats.org/drawingml/2006/main">
              <a:ext uri="{FF2B5EF4-FFF2-40B4-BE49-F238E27FC236}">
                <a16:creationId xmlns:a16="http://schemas.microsoft.com/office/drawing/2014/main" id="{D48EBBDF-47D4-4650-A61D-574377BA5CC3}"/>
              </a:ext>
            </a:extLst>
          </p:cNvPr>
          <p:cNvSpPr>
            <a:spLocks xmlns:a="http://schemas.openxmlformats.org/drawingml/2006/main" noGrp="1"/>
          </p:cNvSpPr>
          <p:nvPr/>
        </p:nvSpPr>
        <p:spPr>
          <a:xfrm xmlns:a="http://schemas.openxmlformats.org/drawingml/2006/main">
            <a:off x="619125" y="1381125"/>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F1F5EB"/>
                </a:solidFill>
                <a:latin typeface="Bitstream Charter"/>
                <a:ea typeface="Bitstream Charter"/>
                <a:cs typeface="Bitstream Charter"/>
              </a:defRPr>
            </a:defPPr>
          </a:lstStyle>
          <a:p xmlns:a="http://schemas.openxmlformats.org/drawingml/2006/main">
            <a:pPr algn="l">
              <a:defRPr sz="1500" b="0">
                <a:solidFill>
                  <a:srgbClr val="F1F5EB"/>
                </a:solidFill>
                <a:latin typeface="Bitstream Charter"/>
                <a:ea typeface="Bitstream Charter"/>
                <a:cs typeface="Bitstream Charter"/>
              </a:defRPr>
            </a:pPr>
            <a:r>
              <a:rPr sz="1500" b="0">
                <a:solidFill>
                  <a:srgbClr val="F1F5EB"/>
                </a:solidFill>
                <a:latin typeface="Bitstream Charter"/>
                <a:ea typeface="Bitstream Charter"/>
                <a:cs typeface="Bitstream Charter"/>
              </a:rPr>
              <a:t>Slide 1 of 3</a:t>
            </a:r>
          </a:p>
        </p:txBody>
      </p:sp>
      <p:pic>
        <p:nvPicPr>
          <p:cNvPr id="5" name="">
            <a:extLst xmlns:a="http://schemas.openxmlformats.org/drawingml/2006/main">
              <a:ext uri="{FF2B5EF4-FFF2-40B4-BE49-F238E27FC236}">
                <a16:creationId xmlns:a16="http://schemas.microsoft.com/office/drawing/2014/main" id="{04EBFF0B-9E64-46BB-876A-8D1011054BF7}"/>
              </a:ext>
            </a:extLst>
          </p:cNvPr>
          <p:cNvPicPr>
            <a:picLocks xmlns:a="http://schemas.openxmlformats.org/drawingml/2006/main" noChangeAspect="1"/>
          </p:cNvPicPr>
          <p:nvPr/>
        </p:nvPicPr>
        <p:blipFill>
          <a:blip xmlns:r="http://schemas.openxmlformats.org/officeDocument/2006/relationships" xmlns:a="http://schemas.openxmlformats.org/drawingml/2006/main" r:embed="Rf0634eb810874d67"/>
          <a:stretch xmlns:a="http://schemas.openxmlformats.org/drawingml/2006/main"/>
        </p:blipFill>
        <p:spPr>
          <a:xfrm xmlns:a="http://schemas.openxmlformats.org/drawingml/2006/main">
            <a:off x="1666875" y="1810724"/>
            <a:ext cx="5429250" cy="305557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420547C-0B24-4939-BF30-28B52A5B0921}"/>
              </a:ext>
            </a:extLst>
          </p:cNvPr>
          <p:cNvSpPr>
            <a:spLocks xmlns:a="http://schemas.openxmlformats.org/drawingml/2006/main" noGrp="1"/>
          </p:cNvSpPr>
          <p:nvPr/>
        </p:nvSpPr>
        <p:spPr>
          <a:xfrm xmlns:a="http://schemas.openxmlformats.org/drawingml/2006/main">
            <a:off x="619125" y="4981575"/>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F1F5EB"/>
                </a:solidFill>
                <a:latin typeface="Bitstream Charter"/>
                <a:ea typeface="Bitstream Charter"/>
                <a:cs typeface="Bitstream Charter"/>
              </a:defRPr>
            </a:defPPr>
          </a:lstStyle>
          <a:p xmlns:a="http://schemas.openxmlformats.org/drawingml/2006/main">
            <a:pPr algn="l">
              <a:defRPr sz="1725" b="0">
                <a:solidFill>
                  <a:srgbClr val="F1F5EB"/>
                </a:solidFill>
                <a:latin typeface="Bitstream Charter"/>
                <a:ea typeface="Bitstream Charter"/>
                <a:cs typeface="Bitstream Charter"/>
              </a:defRPr>
            </a:pPr>
            <a:r>
              <a:rPr sz="1725" b="0">
                <a:solidFill>
                  <a:srgbClr val="F1F5EB"/>
                </a:solidFill>
                <a:latin typeface="Bitstream Charter"/>
                <a:ea typeface="Bitstream Charter"/>
                <a:cs typeface="Bitstream Charter"/>
              </a:rPr>
              <a:t>Welcome to Greenward! You are joining Sana Vey's garden crew. The network is down, so this offline guide will help you begin.</a:t>
            </a:r>
          </a:p>
        </p:txBody>
      </p:sp>
      <p:sp>
        <p:nvSpPr>
          <p:cNvPr id="7" name="">
            <a:extLst xmlns:a="http://schemas.openxmlformats.org/drawingml/2006/main">
              <a:ext uri="{FF2B5EF4-FFF2-40B4-BE49-F238E27FC236}">
                <a16:creationId xmlns:a16="http://schemas.microsoft.com/office/drawing/2014/main" id="{2BEF2C0E-39CA-416E-9473-B5ADA2C4828E}"/>
              </a:ext>
            </a:extLst>
          </p:cNvPr>
          <p:cNvSpPr>
            <a:spLocks xmlns:a="http://schemas.openxmlformats.org/drawingml/2006/main" noGrp="1"/>
          </p:cNvSpPr>
          <p:nvPr/>
        </p:nvSpPr>
        <p:spPr>
          <a:xfrm xmlns:a="http://schemas.openxmlformats.org/drawingml/2006/main">
            <a:off x="619125" y="5724525"/>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D4E0DA"/>
                </a:solidFill>
                <a:latin typeface="Bitstream Charter"/>
                <a:ea typeface="Bitstream Charter"/>
                <a:cs typeface="Bitstream Charter"/>
              </a:defRPr>
            </a:defPPr>
          </a:lstStyle>
          <a:p xmlns:a="http://schemas.openxmlformats.org/drawingml/2006/main">
            <a:pPr algn="l">
              <a:defRPr sz="1200" b="0">
                <a:solidFill>
                  <a:srgbClr val="D4E0DA"/>
                </a:solidFill>
                <a:latin typeface="Bitstream Charter"/>
                <a:ea typeface="Bitstream Charter"/>
                <a:cs typeface="Bitstream Charter"/>
              </a:defRPr>
            </a:pPr>
            <a:r>
              <a:rPr sz="1200" b="0">
                <a:solidFill>
                  <a:srgbClr val="D4E0DA"/>
                </a:solidFill>
                <a:latin typeface="Bitstream Charter"/>
                <a:ea typeface="Bitstream Charter"/>
                <a:cs typeface="Bitstream Charter"/>
              </a:rPr>
              <a:t>A new crew member arrives at Sana's garden.</a:t>
            </a:r>
          </a:p>
        </p:txBody>
      </p:sp>
      <p:sp>
        <p:nvSpPr>
          <p:cNvPr id="8" name="">
            <a:extLst xmlns:a="http://schemas.openxmlformats.org/drawingml/2006/main">
              <a:ext uri="{FF2B5EF4-FFF2-40B4-BE49-F238E27FC236}">
                <a16:creationId xmlns:a16="http://schemas.microsoft.com/office/drawing/2014/main" id="{FAE11C80-94AA-485C-8701-F68DF2A6CD26}"/>
              </a:ext>
            </a:extLst>
          </p:cNvPr>
          <p:cNvSpPr>
            <a:spLocks xmlns:a="http://schemas.openxmlformats.org/drawingml/2006/main" noGrp="1"/>
          </p:cNvSpPr>
          <p:nvPr/>
        </p:nvSpPr>
        <p:spPr>
          <a:xfrm xmlns:a="http://schemas.openxmlformats.org/drawingml/2006/main">
            <a:off x="619125" y="6029325"/>
            <a:ext cx="1000125" cy="304800"/>
          </a:xfrm>
          <a:prstGeom xmlns:a="http://schemas.openxmlformats.org/drawingml/2006/main" prst="rect">
            <a:avLst/>
          </a:prstGeom>
          <a:solidFill xmlns:a="http://schemas.openxmlformats.org/drawingml/2006/main">
            <a:srgbClr val="CFD4D1"/>
          </a:solidFill>
          <a:ln xmlns:a="http://schemas.openxmlformats.org/drawingml/2006/main" w="0">
            <a:noFill/>
          </a:ln>
        </p:spPr>
        <p:txBody>
          <a:bodyPr xmlns:a="http://schemas.openxmlformats.org/drawingml/2006/main" anchor="ctr">
            <a:noAutofit/>
          </a:bodyPr>
          <a:lstStyle xmlns:a="http://schemas.openxmlformats.org/drawingml/2006/main">
            <a:defPPr algn="ctr">
              <a:defRPr sz="1350" b="0">
                <a:solidFill>
                  <a:srgbClr val="7C8584"/>
                </a:solidFill>
                <a:latin typeface="Bitstream Charter"/>
                <a:ea typeface="Bitstream Charter"/>
                <a:cs typeface="Bitstream Charter"/>
              </a:defRPr>
            </a:defPPr>
          </a:lstStyle>
          <a:p xmlns:a="http://schemas.openxmlformats.org/drawingml/2006/main">
            <a:pPr algn="ctr">
              <a:defRPr sz="1350" b="0">
                <a:solidFill>
                  <a:srgbClr val="7C8584"/>
                </a:solidFill>
                <a:latin typeface="Bitstream Charter"/>
                <a:ea typeface="Bitstream Charter"/>
                <a:cs typeface="Bitstream Charter"/>
              </a:defRPr>
            </a:pPr>
            <a:r>
              <a:rPr sz="1350" b="0">
                <a:solidFill>
                  <a:srgbClr val="7C8584"/>
                </a:solidFill>
                <a:latin typeface="Bitstream Charter"/>
                <a:ea typeface="Bitstream Charter"/>
                <a:cs typeface="Bitstream Charter"/>
              </a:rPr>
              <a:t>Back</a:t>
            </a:r>
          </a:p>
        </p:txBody>
      </p:sp>
      <p:sp>
        <p:nvSpPr>
          <p:cNvPr id="9" name="">
            <a:extLst xmlns:a="http://schemas.openxmlformats.org/drawingml/2006/main">
              <a:ext uri="{FF2B5EF4-FFF2-40B4-BE49-F238E27FC236}">
                <a16:creationId xmlns:a16="http://schemas.microsoft.com/office/drawing/2014/main" id="{BBE8FD6F-E85A-4694-B859-5A8E216B5EBC}"/>
              </a:ext>
            </a:extLst>
          </p:cNvPr>
          <p:cNvSpPr>
            <a:spLocks xmlns:a="http://schemas.openxmlformats.org/drawingml/2006/main" noGrp="1"/>
          </p:cNvSpPr>
          <p:nvPr/>
        </p:nvSpPr>
        <p:spPr>
          <a:xfrm xmlns:a="http://schemas.openxmlformats.org/drawingml/2006/main">
            <a:off x="1714500" y="6029325"/>
            <a:ext cx="1000125"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Autofit/>
          </a:bodyPr>
          <a:lstStyle xmlns:a="http://schemas.openxmlformats.org/drawingml/2006/main">
            <a:defPPr algn="ctr">
              <a:defRPr sz="1350" b="0">
                <a:solidFill>
                  <a:srgbClr val="173F32"/>
                </a:solidFill>
                <a:latin typeface="Bitstream Charter"/>
                <a:ea typeface="Bitstream Charter"/>
                <a:cs typeface="Bitstream Charter"/>
              </a:defRPr>
            </a:defPPr>
          </a:lstStyle>
          <a:p xmlns:a="http://schemas.openxmlformats.org/drawingml/2006/main">
            <a:pPr algn="ctr">
              <a:defRPr sz="1350" b="0">
                <a:solidFill>
                  <a:srgbClr val="173F32"/>
                </a:solidFill>
                <a:latin typeface="Bitstream Charter"/>
                <a:ea typeface="Bitstream Charter"/>
                <a:cs typeface="Bitstream Charter"/>
              </a:defRPr>
            </a:pPr>
            <a:r>
              <a:rPr sz="1350" b="0">
                <a:solidFill>
                  <a:srgbClr val="173F32"/>
                </a:solidFill>
                <a:latin typeface="Bitstream Charter"/>
                <a:ea typeface="Bitstream Charter"/>
                <a:cs typeface="Bitstream Charter"/>
              </a:rPr>
              <a:t>Next</a:t>
            </a:r>
          </a:p>
        </p:txBody>
      </p:sp>
      <p:sp>
        <p:nvSpPr>
          <p:cNvPr id="10" name="">
            <a:extLst xmlns:a="http://schemas.openxmlformats.org/drawingml/2006/main">
              <a:ext uri="{FF2B5EF4-FFF2-40B4-BE49-F238E27FC236}">
                <a16:creationId xmlns:a16="http://schemas.microsoft.com/office/drawing/2014/main" id="{7DCCF429-7BDE-4E30-B23D-4B4949C97F21}"/>
              </a:ext>
            </a:extLst>
          </p:cNvPr>
          <p:cNvSpPr>
            <a:spLocks xmlns:a="http://schemas.openxmlformats.org/drawingml/2006/main" noGrp="1"/>
          </p:cNvSpPr>
          <p:nvPr/>
        </p:nvSpPr>
        <p:spPr>
          <a:xfrm xmlns:a="http://schemas.openxmlformats.org/drawingml/2006/main">
            <a:off x="2809875" y="6029325"/>
            <a:ext cx="1000125"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Autofit/>
          </a:bodyPr>
          <a:lstStyle xmlns:a="http://schemas.openxmlformats.org/drawingml/2006/main">
            <a:defPPr algn="ctr">
              <a:defRPr sz="1350" b="0">
                <a:solidFill>
                  <a:srgbClr val="173F32"/>
                </a:solidFill>
                <a:latin typeface="Bitstream Charter"/>
                <a:ea typeface="Bitstream Charter"/>
                <a:cs typeface="Bitstream Charter"/>
              </a:defRPr>
            </a:defPPr>
          </a:lstStyle>
          <a:p xmlns:a="http://schemas.openxmlformats.org/drawingml/2006/main">
            <a:pPr algn="ctr">
              <a:defRPr sz="1350" b="0">
                <a:solidFill>
                  <a:srgbClr val="173F32"/>
                </a:solidFill>
                <a:latin typeface="Bitstream Charter"/>
                <a:ea typeface="Bitstream Charter"/>
                <a:cs typeface="Bitstream Charter"/>
              </a:defRPr>
            </a:pPr>
            <a:r>
              <a:rPr sz="1350" b="0">
                <a:solidFill>
                  <a:srgbClr val="173F32"/>
                </a:solidFill>
                <a:latin typeface="Bitstream Charter"/>
                <a:ea typeface="Bitstream Charter"/>
                <a:cs typeface="Bitstream Charter"/>
              </a:rPr>
              <a:t>Restart</a:t>
            </a:r>
          </a:p>
        </p:txBody>
      </p:sp>
      <p:sp>
        <p:nvSpPr>
          <p:cNvPr id="11" name="">
            <a:extLst xmlns:a="http://schemas.openxmlformats.org/drawingml/2006/main">
              <a:ext uri="{FF2B5EF4-FFF2-40B4-BE49-F238E27FC236}">
                <a16:creationId xmlns:a16="http://schemas.microsoft.com/office/drawing/2014/main" id="{7FFEFBBA-2AED-4E79-BE83-EF26A0A782BC}"/>
              </a:ext>
            </a:extLst>
          </p:cNvPr>
          <p:cNvSpPr>
            <a:spLocks xmlns:a="http://schemas.openxmlformats.org/drawingml/2006/main" noGrp="1"/>
          </p:cNvSpPr>
          <p:nvPr/>
        </p:nvSpPr>
        <p:spPr>
          <a:xfrm xmlns:a="http://schemas.openxmlformats.org/drawingml/2006/main">
            <a:off x="8858250" y="895350"/>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173F32"/>
                </a:solidFill>
                <a:latin typeface="Bitstream Charter"/>
                <a:ea typeface="Bitstream Charter"/>
                <a:cs typeface="Bitstream Charter"/>
              </a:defRPr>
            </a:defPPr>
          </a:lstStyle>
          <a:p xmlns:a="http://schemas.openxmlformats.org/drawingml/2006/main">
            <a:pPr algn="l">
              <a:defRPr sz="2025" b="1">
                <a:solidFill>
                  <a:srgbClr val="173F32"/>
                </a:solidFill>
                <a:latin typeface="Bitstream Charter"/>
                <a:ea typeface="Bitstream Charter"/>
                <a:cs typeface="Bitstream Charter"/>
              </a:defRPr>
            </a:pPr>
            <a:r>
              <a:rPr sz="2025" b="1">
                <a:solidFill>
                  <a:srgbClr val="173F32"/>
                </a:solidFill>
                <a:latin typeface="Bitstream Charter"/>
                <a:ea typeface="Bitstream Charter"/>
                <a:cs typeface="Bitstream Charter"/>
              </a:rPr>
              <a:t>Screen mapping</a:t>
            </a:r>
          </a:p>
        </p:txBody>
      </p:sp>
      <p:sp>
        <p:nvSpPr>
          <p:cNvPr id="12" name="">
            <a:extLst xmlns:a="http://schemas.openxmlformats.org/drawingml/2006/main">
              <a:ext uri="{FF2B5EF4-FFF2-40B4-BE49-F238E27FC236}">
                <a16:creationId xmlns:a16="http://schemas.microsoft.com/office/drawing/2014/main" id="{11318A37-285A-4356-8D39-57AA4168E0CE}"/>
              </a:ext>
            </a:extLst>
          </p:cNvPr>
          <p:cNvSpPr>
            <a:spLocks xmlns:a="http://schemas.openxmlformats.org/drawingml/2006/main" noGrp="1"/>
          </p:cNvSpPr>
          <p:nvPr/>
        </p:nvSpPr>
        <p:spPr>
          <a:xfrm xmlns:a="http://schemas.openxmlformats.org/drawingml/2006/main">
            <a:off x="8858250" y="142875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173F32"/>
                </a:solidFill>
                <a:latin typeface="Bitstream Charter"/>
                <a:ea typeface="Bitstream Charter"/>
                <a:cs typeface="Bitstream Charter"/>
              </a:defRPr>
            </a:defPPr>
          </a:lstStyle>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Array index: 0</a:t>
            </a:r>
          </a:p>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Counter: 1 of 3</a:t>
            </a:r>
          </a:p>
        </p:txBody>
      </p:sp>
      <p:sp>
        <p:nvSpPr>
          <p:cNvPr id="13" name="">
            <a:extLst xmlns:a="http://schemas.openxmlformats.org/drawingml/2006/main">
              <a:ext uri="{FF2B5EF4-FFF2-40B4-BE49-F238E27FC236}">
                <a16:creationId xmlns:a16="http://schemas.microsoft.com/office/drawing/2014/main" id="{1E63F784-B6FB-4338-A2B5-C9F4EA4B3E93}"/>
              </a:ext>
            </a:extLst>
          </p:cNvPr>
          <p:cNvSpPr>
            <a:spLocks xmlns:a="http://schemas.openxmlformats.org/drawingml/2006/main" noGrp="1"/>
          </p:cNvSpPr>
          <p:nvPr/>
        </p:nvSpPr>
        <p:spPr>
          <a:xfrm xmlns:a="http://schemas.openxmlformats.org/drawingml/2006/main">
            <a:off x="8858250" y="22860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0">
                <a:solidFill>
                  <a:srgbClr val="173F32"/>
                </a:solidFill>
                <a:latin typeface="Bitstream Charter"/>
                <a:ea typeface="Bitstream Charter"/>
                <a:cs typeface="Bitstream Charter"/>
              </a:defRPr>
            </a:defPPr>
          </a:lstStyle>
          <a:p xmlns:a="http://schemas.openxmlformats.org/drawingml/2006/main">
            <a:pPr algn="l">
              <a:defRPr sz="1650" b="0">
                <a:solidFill>
                  <a:srgbClr val="173F32"/>
                </a:solidFill>
                <a:latin typeface="Bitstream Charter"/>
                <a:ea typeface="Bitstream Charter"/>
                <a:cs typeface="Bitstream Charter"/>
              </a:defRPr>
            </a:pPr>
            <a:r>
              <a:rPr sz="1650" b="0">
                <a:solidFill>
                  <a:srgbClr val="173F32"/>
                </a:solidFill>
                <a:latin typeface="Bitstream Charter"/>
                <a:ea typeface="Bitstream Charter"/>
                <a:cs typeface="Bitstream Charter"/>
              </a:rPr>
              <a:t>Image filename</a:t>
            </a:r>
          </a:p>
          <a:p xmlns:a="http://schemas.openxmlformats.org/drawingml/2006/main">
            <a:pPr algn="l">
              <a:defRPr sz="1650" b="0">
                <a:solidFill>
                  <a:srgbClr val="173F32"/>
                </a:solidFill>
                <a:latin typeface="Bitstream Charter"/>
                <a:ea typeface="Bitstream Charter"/>
                <a:cs typeface="Bitstream Charter"/>
              </a:defRPr>
            </a:pPr>
            <a:r>
              <a:rPr sz="1650" b="0">
                <a:solidFill>
                  <a:srgbClr val="173F32"/>
                </a:solidFill>
                <a:latin typeface="Bitstream Charter"/>
                <a:ea typeface="Bitstream Charter"/>
                <a:cs typeface="Bitstream Charter"/>
              </a:rPr>
              <a:t>Assets/Images/</a:t>
            </a:r>
          </a:p>
          <a:p xmlns:a="http://schemas.openxmlformats.org/drawingml/2006/main">
            <a:pPr algn="l">
              <a:defRPr sz="1650" b="0">
                <a:solidFill>
                  <a:srgbClr val="173F32"/>
                </a:solidFill>
                <a:latin typeface="Bitstream Charter"/>
                <a:ea typeface="Bitstream Charter"/>
                <a:cs typeface="Bitstream Charter"/>
              </a:defRPr>
            </a:pPr>
            <a:r>
              <a:rPr sz="1650" b="0">
                <a:solidFill>
                  <a:srgbClr val="173F32"/>
                </a:solidFill>
                <a:latin typeface="Bitstream Charter"/>
                <a:ea typeface="Bitstream Charter"/>
                <a:cs typeface="Bitstream Charter"/>
              </a:rPr>
              <a:t>01.jpg</a:t>
            </a:r>
          </a:p>
        </p:txBody>
      </p:sp>
      <p:sp>
        <p:nvSpPr>
          <p:cNvPr id="14" name="">
            <a:extLst xmlns:a="http://schemas.openxmlformats.org/drawingml/2006/main">
              <a:ext uri="{FF2B5EF4-FFF2-40B4-BE49-F238E27FC236}">
                <a16:creationId xmlns:a16="http://schemas.microsoft.com/office/drawing/2014/main" id="{8CD33BA0-FEC4-4E26-BBE8-A96E83EFD200}"/>
              </a:ext>
            </a:extLst>
          </p:cNvPr>
          <p:cNvSpPr>
            <a:spLocks xmlns:a="http://schemas.openxmlformats.org/drawingml/2006/main" noGrp="1"/>
          </p:cNvSpPr>
          <p:nvPr/>
        </p:nvSpPr>
        <p:spPr>
          <a:xfrm xmlns:a="http://schemas.openxmlformats.org/drawingml/2006/main">
            <a:off x="8858250" y="33337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1">
                <a:solidFill>
                  <a:srgbClr val="173F32"/>
                </a:solidFill>
                <a:latin typeface="Bitstream Charter"/>
                <a:ea typeface="Bitstream Charter"/>
                <a:cs typeface="Bitstream Charter"/>
              </a:defRPr>
            </a:defPPr>
          </a:lstStyle>
          <a:p xmlns:a="http://schemas.openxmlformats.org/drawingml/2006/main">
            <a:pPr algn="l">
              <a:defRPr sz="1800" b="1">
                <a:solidFill>
                  <a:srgbClr val="173F32"/>
                </a:solidFill>
                <a:latin typeface="Bitstream Charter"/>
                <a:ea typeface="Bitstream Charter"/>
                <a:cs typeface="Bitstream Charter"/>
              </a:defRPr>
            </a:pPr>
            <a:r>
              <a:rPr sz="1800" b="1">
                <a:solidFill>
                  <a:srgbClr val="173F32"/>
                </a:solidFill>
                <a:latin typeface="Bitstream Charter"/>
                <a:ea typeface="Bitstream Charter"/>
                <a:cs typeface="Bitstream Charter"/>
              </a:rPr>
              <a:t>Button destinations</a:t>
            </a:r>
          </a:p>
        </p:txBody>
      </p:sp>
      <p:sp>
        <p:nvSpPr>
          <p:cNvPr id="15" name="">
            <a:extLst xmlns:a="http://schemas.openxmlformats.org/drawingml/2006/main">
              <a:ext uri="{FF2B5EF4-FFF2-40B4-BE49-F238E27FC236}">
                <a16:creationId xmlns:a16="http://schemas.microsoft.com/office/drawing/2014/main" id="{1EEB6C90-C8A6-4923-991F-D3471A400207}"/>
              </a:ext>
            </a:extLst>
          </p:cNvPr>
          <p:cNvSpPr>
            <a:spLocks xmlns:a="http://schemas.openxmlformats.org/drawingml/2006/main" noGrp="1"/>
          </p:cNvSpPr>
          <p:nvPr/>
        </p:nvSpPr>
        <p:spPr>
          <a:xfrm xmlns:a="http://schemas.openxmlformats.org/drawingml/2006/main">
            <a:off x="8858250" y="3857625"/>
            <a:ext cx="295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173F32"/>
                </a:solidFill>
                <a:latin typeface="Bitstream Charter"/>
                <a:ea typeface="Bitstream Charter"/>
                <a:cs typeface="Bitstream Charter"/>
              </a:defRPr>
            </a:defPPr>
          </a:lstStyle>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Back: disabled</a:t>
            </a:r>
          </a:p>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Next: index 1</a:t>
            </a:r>
          </a:p>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Restart: index 0</a:t>
            </a:r>
          </a:p>
        </p:txBody>
      </p:sp>
      <p:sp>
        <p:nvSpPr>
          <p:cNvPr id="16" name="">
            <a:extLst xmlns:a="http://schemas.openxmlformats.org/drawingml/2006/main">
              <a:ext uri="{FF2B5EF4-FFF2-40B4-BE49-F238E27FC236}">
                <a16:creationId xmlns:a16="http://schemas.microsoft.com/office/drawing/2014/main" id="{4EBEFC98-4258-4F02-88C4-4011A9962BDC}"/>
              </a:ext>
            </a:extLst>
          </p:cNvPr>
          <p:cNvSpPr>
            <a:spLocks xmlns:a="http://schemas.openxmlformats.org/drawingml/2006/main" noGrp="1"/>
          </p:cNvSpPr>
          <p:nvPr/>
        </p:nvSpPr>
        <p:spPr>
          <a:xfrm xmlns:a="http://schemas.openxmlformats.org/drawingml/2006/main">
            <a:off x="8858250" y="533400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52645B"/>
                </a:solidFill>
                <a:latin typeface="Bitstream Charter"/>
                <a:ea typeface="Bitstream Charter"/>
                <a:cs typeface="Bitstream Charter"/>
              </a:defRPr>
            </a:defPPr>
          </a:lstStyle>
          <a:p xmlns:a="http://schemas.openxmlformats.org/drawingml/2006/main">
            <a:pPr algn="l">
              <a:defRPr sz="1500" b="0">
                <a:solidFill>
                  <a:srgbClr val="52645B"/>
                </a:solidFill>
                <a:latin typeface="Bitstream Charter"/>
                <a:ea typeface="Bitstream Charter"/>
                <a:cs typeface="Bitstream Charter"/>
              </a:defRPr>
            </a:pPr>
            <a:r>
              <a:rPr sz="1500" b="0">
                <a:solidFill>
                  <a:srgbClr val="52645B"/>
                </a:solidFill>
                <a:latin typeface="Bitstream Charter"/>
                <a:ea typeface="Bitstream Charter"/>
                <a:cs typeface="Bitstream Charter"/>
              </a:rPr>
              <a:t>Linear story</a:t>
            </a:r>
          </a:p>
          <a:p xmlns:a="http://schemas.openxmlformats.org/drawingml/2006/main">
            <a:pPr algn="l">
              <a:defRPr sz="1500" b="0">
                <a:solidFill>
                  <a:srgbClr val="52645B"/>
                </a:solidFill>
                <a:latin typeface="Bitstream Charter"/>
                <a:ea typeface="Bitstream Charter"/>
                <a:cs typeface="Bitstream Charter"/>
              </a:defRPr>
            </a:pPr>
            <a:r>
              <a:rPr sz="1500" b="0">
                <a:solidFill>
                  <a:srgbClr val="52645B"/>
                </a:solidFill>
                <a:latin typeface="Bitstream Charter"/>
                <a:ea typeface="Bitstream Charter"/>
                <a:cs typeface="Bitstream Charter"/>
              </a:rPr>
              <a:t>Branching and sound: omitted</a:t>
            </a:r>
          </a:p>
        </p:txBody>
      </p:sp>
      <p:sp>
        <p:nvSpPr>
          <p:cNvPr id="17" name="">
            <a:extLst xmlns:a="http://schemas.openxmlformats.org/drawingml/2006/main">
              <a:ext uri="{FF2B5EF4-FFF2-40B4-BE49-F238E27FC236}">
                <a16:creationId xmlns:a16="http://schemas.microsoft.com/office/drawing/2014/main" id="{40E94F28-E962-490E-8216-497B66B01B50}"/>
              </a:ext>
            </a:extLst>
          </p:cNvPr>
          <p:cNvSpPr>
            <a:spLocks xmlns:a="http://schemas.openxmlformats.org/drawingml/2006/main" noGrp="1"/>
          </p:cNvSpPr>
          <p:nvPr/>
        </p:nvSpPr>
        <p:spPr>
          <a:xfrm xmlns:a="http://schemas.openxmlformats.org/drawingml/2006/main">
            <a:off x="381000" y="6496050"/>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52645B"/>
                </a:solidFill>
                <a:latin typeface="Bitstream Charter"/>
                <a:ea typeface="Bitstream Charter"/>
                <a:cs typeface="Bitstream Charter"/>
              </a:defRPr>
            </a:defPPr>
          </a:lstStyle>
          <a:p xmlns:a="http://schemas.openxmlformats.org/drawingml/2006/main">
            <a:pPr algn="l">
              <a:defRPr sz="1200" b="0">
                <a:solidFill>
                  <a:srgbClr val="52645B"/>
                </a:solidFill>
                <a:latin typeface="Bitstream Charter"/>
                <a:ea typeface="Bitstream Charter"/>
                <a:cs typeface="Bitstream Charter"/>
              </a:defRPr>
            </a:pPr>
            <a:r>
              <a:rPr sz="1200" b="0">
                <a:solidFill>
                  <a:srgbClr val="52645B"/>
                </a:solidFill>
                <a:latin typeface="Bitstream Charter"/>
                <a:ea typeface="Bitstream Charter"/>
                <a:cs typeface="Bitstream Charter"/>
              </a:rPr>
              <a:t>Action 7A visual prototype. Illustrations generated with ChatGPT.</a:t>
            </a:r>
          </a:p>
        </p:txBody>
      </p:sp>
    </p:spTree>
    <p:extLst>
      <p:ext uri="{BB962C8B-B14F-4D97-AF65-F5344CB8AC3E}">
        <p14:creationId xmlns:p14="http://schemas.microsoft.com/office/powerpoint/2010/main" val="1651515144"/>
      </p:ext>
    </p:extLst>
  </p:cSld>
</p:sld>
</file>

<file path=ppt/slides/slide2.xml><?xml version="1.0" encoding="utf-8"?>
<p:sld xmlns:p="http://schemas.openxmlformats.org/presentationml/2006/main">
  <p:cSld>
    <p:bg>
      <p:bgPr>
        <a:solidFill xmlns:a="http://schemas.openxmlformats.org/drawingml/2006/main">
          <a:srgbClr val="F0F3E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466560E-FCFA-4030-8E34-4139878A64EC}"/>
              </a:ext>
            </a:extLst>
          </p:cNvPr>
          <p:cNvSpPr>
            <a:spLocks xmlns:a="http://schemas.openxmlformats.org/drawingml/2006/main" noGrp="1"/>
          </p:cNvSpPr>
          <p:nvPr/>
        </p:nvSpPr>
        <p:spPr>
          <a:xfrm xmlns:a="http://schemas.openxmlformats.org/drawingml/2006/main">
            <a:off x="381000" y="190500"/>
            <a:ext cx="1143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b="1">
                <a:solidFill>
                  <a:srgbClr val="173F32"/>
                </a:solidFill>
                <a:latin typeface="Bitstream Charter"/>
                <a:ea typeface="Bitstream Charter"/>
                <a:cs typeface="Bitstream Charter"/>
              </a:defRPr>
            </a:defPPr>
          </a:lstStyle>
          <a:p xmlns:a="http://schemas.openxmlformats.org/drawingml/2006/main">
            <a:pPr algn="l">
              <a:defRPr sz="2400" b="1">
                <a:solidFill>
                  <a:srgbClr val="173F32"/>
                </a:solidFill>
                <a:latin typeface="Bitstream Charter"/>
                <a:ea typeface="Bitstream Charter"/>
                <a:cs typeface="Bitstream Charter"/>
              </a:defRPr>
            </a:pPr>
            <a:r>
              <a:rPr sz="2400" b="1">
                <a:solidFill>
                  <a:srgbClr val="173F32"/>
                </a:solidFill>
                <a:latin typeface="Bitstream Charter"/>
                <a:ea typeface="Bitstream Charter"/>
                <a:cs typeface="Bitstream Charter"/>
              </a:rPr>
              <a:t>Greenward: A New Crew / Problem</a:t>
            </a:r>
          </a:p>
        </p:txBody>
      </p:sp>
      <p:sp>
        <p:nvSpPr>
          <p:cNvPr id="2" name="">
            <a:extLst xmlns:a="http://schemas.openxmlformats.org/drawingml/2006/main">
              <a:ext uri="{FF2B5EF4-FFF2-40B4-BE49-F238E27FC236}">
                <a16:creationId xmlns:a16="http://schemas.microsoft.com/office/drawing/2014/main" id="{7D66DBD0-07AF-4409-A05B-54B2D050F7B4}"/>
              </a:ext>
            </a:extLst>
          </p:cNvPr>
          <p:cNvSpPr>
            <a:spLocks xmlns:a="http://schemas.openxmlformats.org/drawingml/2006/main" noGrp="1"/>
          </p:cNvSpPr>
          <p:nvPr/>
        </p:nvSpPr>
        <p:spPr>
          <a:xfrm xmlns:a="http://schemas.openxmlformats.org/drawingml/2006/main">
            <a:off x="381000" y="838200"/>
            <a:ext cx="8096250" cy="5429250"/>
          </a:xfrm>
          <a:prstGeom xmlns:a="http://schemas.openxmlformats.org/drawingml/2006/main" prst="rect">
            <a:avLst/>
          </a:prstGeom>
          <a:solidFill xmlns:a="http://schemas.openxmlformats.org/drawingml/2006/main">
            <a:srgbClr val="103C40"/>
          </a:solidFill>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F1F5EB"/>
                </a:solidFill>
                <a:latin typeface="Bitstream Charter"/>
                <a:ea typeface="Bitstream Charter"/>
                <a:cs typeface="Bitstream Charter"/>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C494B559-AA50-43B4-8CBE-8EEAF17E1C31}"/>
              </a:ext>
            </a:extLst>
          </p:cNvPr>
          <p:cNvSpPr>
            <a:spLocks xmlns:a="http://schemas.openxmlformats.org/drawingml/2006/main" noGrp="1"/>
          </p:cNvSpPr>
          <p:nvPr/>
        </p:nvSpPr>
        <p:spPr>
          <a:xfrm xmlns:a="http://schemas.openxmlformats.org/drawingml/2006/main">
            <a:off x="619125" y="1000125"/>
            <a:ext cx="752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75" b="0">
                <a:solidFill>
                  <a:srgbClr val="E9DDB5"/>
                </a:solidFill>
                <a:latin typeface="Bitstream Charter"/>
                <a:ea typeface="Bitstream Charter"/>
                <a:cs typeface="Bitstream Charter"/>
              </a:defRPr>
            </a:defPPr>
          </a:lstStyle>
          <a:p xmlns:a="http://schemas.openxmlformats.org/drawingml/2006/main">
            <a:pPr algn="l">
              <a:defRPr sz="1575" b="0">
                <a:solidFill>
                  <a:srgbClr val="E9DDB5"/>
                </a:solidFill>
                <a:latin typeface="Bitstream Charter"/>
                <a:ea typeface="Bitstream Charter"/>
                <a:cs typeface="Bitstream Charter"/>
              </a:defRPr>
            </a:pPr>
            <a:r>
              <a:rPr sz="1575" b="0">
                <a:solidFill>
                  <a:srgbClr val="E9DDB5"/>
                </a:solidFill>
                <a:latin typeface="Bitstream Charter"/>
                <a:ea typeface="Bitstream Charter"/>
                <a:cs typeface="Bitstream Charter"/>
              </a:rPr>
              <a:t>FIELD STORY / CS110</a:t>
            </a:r>
          </a:p>
        </p:txBody>
      </p:sp>
      <p:sp>
        <p:nvSpPr>
          <p:cNvPr id="4" name="">
            <a:extLst xmlns:a="http://schemas.openxmlformats.org/drawingml/2006/main">
              <a:ext uri="{FF2B5EF4-FFF2-40B4-BE49-F238E27FC236}">
                <a16:creationId xmlns:a16="http://schemas.microsoft.com/office/drawing/2014/main" id="{C6ACF060-15F1-4E21-8A38-DFA9852AE73F}"/>
              </a:ext>
            </a:extLst>
          </p:cNvPr>
          <p:cNvSpPr>
            <a:spLocks xmlns:a="http://schemas.openxmlformats.org/drawingml/2006/main" noGrp="1"/>
          </p:cNvSpPr>
          <p:nvPr/>
        </p:nvSpPr>
        <p:spPr>
          <a:xfrm xmlns:a="http://schemas.openxmlformats.org/drawingml/2006/main">
            <a:off x="619125" y="1381125"/>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F1F5EB"/>
                </a:solidFill>
                <a:latin typeface="Bitstream Charter"/>
                <a:ea typeface="Bitstream Charter"/>
                <a:cs typeface="Bitstream Charter"/>
              </a:defRPr>
            </a:defPPr>
          </a:lstStyle>
          <a:p xmlns:a="http://schemas.openxmlformats.org/drawingml/2006/main">
            <a:pPr algn="l">
              <a:defRPr sz="1500" b="0">
                <a:solidFill>
                  <a:srgbClr val="F1F5EB"/>
                </a:solidFill>
                <a:latin typeface="Bitstream Charter"/>
                <a:ea typeface="Bitstream Charter"/>
                <a:cs typeface="Bitstream Charter"/>
              </a:defRPr>
            </a:pPr>
            <a:r>
              <a:rPr sz="1500" b="0">
                <a:solidFill>
                  <a:srgbClr val="F1F5EB"/>
                </a:solidFill>
                <a:latin typeface="Bitstream Charter"/>
                <a:ea typeface="Bitstream Charter"/>
                <a:cs typeface="Bitstream Charter"/>
              </a:rPr>
              <a:t>Slide 2 of 3</a:t>
            </a:r>
          </a:p>
        </p:txBody>
      </p:sp>
      <p:pic>
        <p:nvPicPr>
          <p:cNvPr id="5" name="">
            <a:extLst xmlns:a="http://schemas.openxmlformats.org/drawingml/2006/main">
              <a:ext uri="{FF2B5EF4-FFF2-40B4-BE49-F238E27FC236}">
                <a16:creationId xmlns:a16="http://schemas.microsoft.com/office/drawing/2014/main" id="{B5E5E8AF-9A36-4CB1-8C91-3888BAA14384}"/>
              </a:ext>
            </a:extLst>
          </p:cNvPr>
          <p:cNvPicPr>
            <a:picLocks xmlns:a="http://schemas.openxmlformats.org/drawingml/2006/main" noChangeAspect="1"/>
          </p:cNvPicPr>
          <p:nvPr/>
        </p:nvPicPr>
        <p:blipFill>
          <a:blip xmlns:r="http://schemas.openxmlformats.org/officeDocument/2006/relationships" xmlns:a="http://schemas.openxmlformats.org/drawingml/2006/main" r:embed="R394a3aee65904391"/>
          <a:stretch xmlns:a="http://schemas.openxmlformats.org/drawingml/2006/main"/>
        </p:blipFill>
        <p:spPr>
          <a:xfrm xmlns:a="http://schemas.openxmlformats.org/drawingml/2006/main">
            <a:off x="1666875" y="1810724"/>
            <a:ext cx="5429250" cy="305557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F97C27D-39A4-4005-9825-249159DD4ACE}"/>
              </a:ext>
            </a:extLst>
          </p:cNvPr>
          <p:cNvSpPr>
            <a:spLocks xmlns:a="http://schemas.openxmlformats.org/drawingml/2006/main" noGrp="1"/>
          </p:cNvSpPr>
          <p:nvPr/>
        </p:nvSpPr>
        <p:spPr>
          <a:xfrm xmlns:a="http://schemas.openxmlformats.org/drawingml/2006/main">
            <a:off x="619125" y="4981575"/>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F1F5EB"/>
                </a:solidFill>
                <a:latin typeface="Bitstream Charter"/>
                <a:ea typeface="Bitstream Charter"/>
                <a:cs typeface="Bitstream Charter"/>
              </a:defRPr>
            </a:defPPr>
          </a:lstStyle>
          <a:p xmlns:a="http://schemas.openxmlformats.org/drawingml/2006/main">
            <a:pPr algn="l">
              <a:defRPr sz="1725" b="0">
                <a:solidFill>
                  <a:srgbClr val="F1F5EB"/>
                </a:solidFill>
                <a:latin typeface="Bitstream Charter"/>
                <a:ea typeface="Bitstream Charter"/>
                <a:cs typeface="Bitstream Charter"/>
              </a:defRPr>
            </a:pPr>
            <a:r>
              <a:rPr sz="1725" b="0">
                <a:solidFill>
                  <a:srgbClr val="F1F5EB"/>
                </a:solidFill>
                <a:latin typeface="Bitstream Charter"/>
                <a:ea typeface="Bitstream Charter"/>
                <a:cs typeface="Bitstream Charter"/>
              </a:rPr>
              <a:t>You find an outdated instruction card beside the garden beds. Stop and ask Sana which instructions are current before starting.</a:t>
            </a:r>
          </a:p>
        </p:txBody>
      </p:sp>
      <p:sp>
        <p:nvSpPr>
          <p:cNvPr id="7" name="">
            <a:extLst xmlns:a="http://schemas.openxmlformats.org/drawingml/2006/main">
              <a:ext uri="{FF2B5EF4-FFF2-40B4-BE49-F238E27FC236}">
                <a16:creationId xmlns:a16="http://schemas.microsoft.com/office/drawing/2014/main" id="{9D0CCD34-DFAF-452E-AF37-1DD557FDEED3}"/>
              </a:ext>
            </a:extLst>
          </p:cNvPr>
          <p:cNvSpPr>
            <a:spLocks xmlns:a="http://schemas.openxmlformats.org/drawingml/2006/main" noGrp="1"/>
          </p:cNvSpPr>
          <p:nvPr/>
        </p:nvSpPr>
        <p:spPr>
          <a:xfrm xmlns:a="http://schemas.openxmlformats.org/drawingml/2006/main">
            <a:off x="619125" y="5724525"/>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D4E0DA"/>
                </a:solidFill>
                <a:latin typeface="Bitstream Charter"/>
                <a:ea typeface="Bitstream Charter"/>
                <a:cs typeface="Bitstream Charter"/>
              </a:defRPr>
            </a:defPPr>
          </a:lstStyle>
          <a:p xmlns:a="http://schemas.openxmlformats.org/drawingml/2006/main">
            <a:pPr algn="l">
              <a:defRPr sz="1200" b="0">
                <a:solidFill>
                  <a:srgbClr val="D4E0DA"/>
                </a:solidFill>
                <a:latin typeface="Bitstream Charter"/>
                <a:ea typeface="Bitstream Charter"/>
                <a:cs typeface="Bitstream Charter"/>
              </a:defRPr>
            </a:pPr>
            <a:r>
              <a:rPr sz="1200" b="0">
                <a:solidFill>
                  <a:srgbClr val="D4E0DA"/>
                </a:solidFill>
                <a:latin typeface="Bitstream Charter"/>
                <a:ea typeface="Bitstream Charter"/>
                <a:cs typeface="Bitstream Charter"/>
              </a:rPr>
              <a:t>The new operator discovers an outdated instruction card.</a:t>
            </a:r>
          </a:p>
        </p:txBody>
      </p:sp>
      <p:sp>
        <p:nvSpPr>
          <p:cNvPr id="8" name="">
            <a:extLst xmlns:a="http://schemas.openxmlformats.org/drawingml/2006/main">
              <a:ext uri="{FF2B5EF4-FFF2-40B4-BE49-F238E27FC236}">
                <a16:creationId xmlns:a16="http://schemas.microsoft.com/office/drawing/2014/main" id="{9458A572-288A-44C3-B67E-B6B58C3D10DB}"/>
              </a:ext>
            </a:extLst>
          </p:cNvPr>
          <p:cNvSpPr>
            <a:spLocks xmlns:a="http://schemas.openxmlformats.org/drawingml/2006/main" noGrp="1"/>
          </p:cNvSpPr>
          <p:nvPr/>
        </p:nvSpPr>
        <p:spPr>
          <a:xfrm xmlns:a="http://schemas.openxmlformats.org/drawingml/2006/main">
            <a:off x="619125" y="6029325"/>
            <a:ext cx="1000125"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Autofit/>
          </a:bodyPr>
          <a:lstStyle xmlns:a="http://schemas.openxmlformats.org/drawingml/2006/main">
            <a:defPPr algn="ctr">
              <a:defRPr sz="1350" b="0">
                <a:solidFill>
                  <a:srgbClr val="173F32"/>
                </a:solidFill>
                <a:latin typeface="Bitstream Charter"/>
                <a:ea typeface="Bitstream Charter"/>
                <a:cs typeface="Bitstream Charter"/>
              </a:defRPr>
            </a:defPPr>
          </a:lstStyle>
          <a:p xmlns:a="http://schemas.openxmlformats.org/drawingml/2006/main">
            <a:pPr algn="ctr">
              <a:defRPr sz="1350" b="0">
                <a:solidFill>
                  <a:srgbClr val="173F32"/>
                </a:solidFill>
                <a:latin typeface="Bitstream Charter"/>
                <a:ea typeface="Bitstream Charter"/>
                <a:cs typeface="Bitstream Charter"/>
              </a:defRPr>
            </a:pPr>
            <a:r>
              <a:rPr sz="1350" b="0">
                <a:solidFill>
                  <a:srgbClr val="173F32"/>
                </a:solidFill>
                <a:latin typeface="Bitstream Charter"/>
                <a:ea typeface="Bitstream Charter"/>
                <a:cs typeface="Bitstream Charter"/>
              </a:rPr>
              <a:t>Back</a:t>
            </a:r>
          </a:p>
        </p:txBody>
      </p:sp>
      <p:sp>
        <p:nvSpPr>
          <p:cNvPr id="9" name="">
            <a:extLst xmlns:a="http://schemas.openxmlformats.org/drawingml/2006/main">
              <a:ext uri="{FF2B5EF4-FFF2-40B4-BE49-F238E27FC236}">
                <a16:creationId xmlns:a16="http://schemas.microsoft.com/office/drawing/2014/main" id="{B9D10B39-66BC-4CDE-8D4B-A777405B48A5}"/>
              </a:ext>
            </a:extLst>
          </p:cNvPr>
          <p:cNvSpPr>
            <a:spLocks xmlns:a="http://schemas.openxmlformats.org/drawingml/2006/main" noGrp="1"/>
          </p:cNvSpPr>
          <p:nvPr/>
        </p:nvSpPr>
        <p:spPr>
          <a:xfrm xmlns:a="http://schemas.openxmlformats.org/drawingml/2006/main">
            <a:off x="1714500" y="6029325"/>
            <a:ext cx="1000125"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Autofit/>
          </a:bodyPr>
          <a:lstStyle xmlns:a="http://schemas.openxmlformats.org/drawingml/2006/main">
            <a:defPPr algn="ctr">
              <a:defRPr sz="1350" b="0">
                <a:solidFill>
                  <a:srgbClr val="173F32"/>
                </a:solidFill>
                <a:latin typeface="Bitstream Charter"/>
                <a:ea typeface="Bitstream Charter"/>
                <a:cs typeface="Bitstream Charter"/>
              </a:defRPr>
            </a:defPPr>
          </a:lstStyle>
          <a:p xmlns:a="http://schemas.openxmlformats.org/drawingml/2006/main">
            <a:pPr algn="ctr">
              <a:defRPr sz="1350" b="0">
                <a:solidFill>
                  <a:srgbClr val="173F32"/>
                </a:solidFill>
                <a:latin typeface="Bitstream Charter"/>
                <a:ea typeface="Bitstream Charter"/>
                <a:cs typeface="Bitstream Charter"/>
              </a:defRPr>
            </a:pPr>
            <a:r>
              <a:rPr sz="1350" b="0">
                <a:solidFill>
                  <a:srgbClr val="173F32"/>
                </a:solidFill>
                <a:latin typeface="Bitstream Charter"/>
                <a:ea typeface="Bitstream Charter"/>
                <a:cs typeface="Bitstream Charter"/>
              </a:rPr>
              <a:t>Next</a:t>
            </a:r>
          </a:p>
        </p:txBody>
      </p:sp>
      <p:sp>
        <p:nvSpPr>
          <p:cNvPr id="10" name="">
            <a:extLst xmlns:a="http://schemas.openxmlformats.org/drawingml/2006/main">
              <a:ext uri="{FF2B5EF4-FFF2-40B4-BE49-F238E27FC236}">
                <a16:creationId xmlns:a16="http://schemas.microsoft.com/office/drawing/2014/main" id="{B2E4674A-D650-4322-ACCD-3756D9D2AC8D}"/>
              </a:ext>
            </a:extLst>
          </p:cNvPr>
          <p:cNvSpPr>
            <a:spLocks xmlns:a="http://schemas.openxmlformats.org/drawingml/2006/main" noGrp="1"/>
          </p:cNvSpPr>
          <p:nvPr/>
        </p:nvSpPr>
        <p:spPr>
          <a:xfrm xmlns:a="http://schemas.openxmlformats.org/drawingml/2006/main">
            <a:off x="2809875" y="6029325"/>
            <a:ext cx="1000125"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Autofit/>
          </a:bodyPr>
          <a:lstStyle xmlns:a="http://schemas.openxmlformats.org/drawingml/2006/main">
            <a:defPPr algn="ctr">
              <a:defRPr sz="1350" b="0">
                <a:solidFill>
                  <a:srgbClr val="173F32"/>
                </a:solidFill>
                <a:latin typeface="Bitstream Charter"/>
                <a:ea typeface="Bitstream Charter"/>
                <a:cs typeface="Bitstream Charter"/>
              </a:defRPr>
            </a:defPPr>
          </a:lstStyle>
          <a:p xmlns:a="http://schemas.openxmlformats.org/drawingml/2006/main">
            <a:pPr algn="ctr">
              <a:defRPr sz="1350" b="0">
                <a:solidFill>
                  <a:srgbClr val="173F32"/>
                </a:solidFill>
                <a:latin typeface="Bitstream Charter"/>
                <a:ea typeface="Bitstream Charter"/>
                <a:cs typeface="Bitstream Charter"/>
              </a:defRPr>
            </a:pPr>
            <a:r>
              <a:rPr sz="1350" b="0">
                <a:solidFill>
                  <a:srgbClr val="173F32"/>
                </a:solidFill>
                <a:latin typeface="Bitstream Charter"/>
                <a:ea typeface="Bitstream Charter"/>
                <a:cs typeface="Bitstream Charter"/>
              </a:rPr>
              <a:t>Restart</a:t>
            </a:r>
          </a:p>
        </p:txBody>
      </p:sp>
      <p:sp>
        <p:nvSpPr>
          <p:cNvPr id="11" name="">
            <a:extLst xmlns:a="http://schemas.openxmlformats.org/drawingml/2006/main">
              <a:ext uri="{FF2B5EF4-FFF2-40B4-BE49-F238E27FC236}">
                <a16:creationId xmlns:a16="http://schemas.microsoft.com/office/drawing/2014/main" id="{587A994A-AEAF-4DFF-AC3B-3F6782F1FB56}"/>
              </a:ext>
            </a:extLst>
          </p:cNvPr>
          <p:cNvSpPr>
            <a:spLocks xmlns:a="http://schemas.openxmlformats.org/drawingml/2006/main" noGrp="1"/>
          </p:cNvSpPr>
          <p:nvPr/>
        </p:nvSpPr>
        <p:spPr>
          <a:xfrm xmlns:a="http://schemas.openxmlformats.org/drawingml/2006/main">
            <a:off x="8858250" y="895350"/>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173F32"/>
                </a:solidFill>
                <a:latin typeface="Bitstream Charter"/>
                <a:ea typeface="Bitstream Charter"/>
                <a:cs typeface="Bitstream Charter"/>
              </a:defRPr>
            </a:defPPr>
          </a:lstStyle>
          <a:p xmlns:a="http://schemas.openxmlformats.org/drawingml/2006/main">
            <a:pPr algn="l">
              <a:defRPr sz="2025" b="1">
                <a:solidFill>
                  <a:srgbClr val="173F32"/>
                </a:solidFill>
                <a:latin typeface="Bitstream Charter"/>
                <a:ea typeface="Bitstream Charter"/>
                <a:cs typeface="Bitstream Charter"/>
              </a:defRPr>
            </a:pPr>
            <a:r>
              <a:rPr sz="2025" b="1">
                <a:solidFill>
                  <a:srgbClr val="173F32"/>
                </a:solidFill>
                <a:latin typeface="Bitstream Charter"/>
                <a:ea typeface="Bitstream Charter"/>
                <a:cs typeface="Bitstream Charter"/>
              </a:rPr>
              <a:t>Screen mapping</a:t>
            </a:r>
          </a:p>
        </p:txBody>
      </p:sp>
      <p:sp>
        <p:nvSpPr>
          <p:cNvPr id="12" name="">
            <a:extLst xmlns:a="http://schemas.openxmlformats.org/drawingml/2006/main">
              <a:ext uri="{FF2B5EF4-FFF2-40B4-BE49-F238E27FC236}">
                <a16:creationId xmlns:a16="http://schemas.microsoft.com/office/drawing/2014/main" id="{B4D89CF5-3039-433F-8539-AC09214A0EDC}"/>
              </a:ext>
            </a:extLst>
          </p:cNvPr>
          <p:cNvSpPr>
            <a:spLocks xmlns:a="http://schemas.openxmlformats.org/drawingml/2006/main" noGrp="1"/>
          </p:cNvSpPr>
          <p:nvPr/>
        </p:nvSpPr>
        <p:spPr>
          <a:xfrm xmlns:a="http://schemas.openxmlformats.org/drawingml/2006/main">
            <a:off x="8858250" y="142875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173F32"/>
                </a:solidFill>
                <a:latin typeface="Bitstream Charter"/>
                <a:ea typeface="Bitstream Charter"/>
                <a:cs typeface="Bitstream Charter"/>
              </a:defRPr>
            </a:defPPr>
          </a:lstStyle>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Array index: 1</a:t>
            </a:r>
          </a:p>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Counter: 2 of 3</a:t>
            </a:r>
          </a:p>
        </p:txBody>
      </p:sp>
      <p:sp>
        <p:nvSpPr>
          <p:cNvPr id="13" name="">
            <a:extLst xmlns:a="http://schemas.openxmlformats.org/drawingml/2006/main">
              <a:ext uri="{FF2B5EF4-FFF2-40B4-BE49-F238E27FC236}">
                <a16:creationId xmlns:a16="http://schemas.microsoft.com/office/drawing/2014/main" id="{F0B17C80-3D01-4C78-9F93-8AD0BD57AA55}"/>
              </a:ext>
            </a:extLst>
          </p:cNvPr>
          <p:cNvSpPr>
            <a:spLocks xmlns:a="http://schemas.openxmlformats.org/drawingml/2006/main" noGrp="1"/>
          </p:cNvSpPr>
          <p:nvPr/>
        </p:nvSpPr>
        <p:spPr>
          <a:xfrm xmlns:a="http://schemas.openxmlformats.org/drawingml/2006/main">
            <a:off x="8858250" y="22860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0">
                <a:solidFill>
                  <a:srgbClr val="173F32"/>
                </a:solidFill>
                <a:latin typeface="Bitstream Charter"/>
                <a:ea typeface="Bitstream Charter"/>
                <a:cs typeface="Bitstream Charter"/>
              </a:defRPr>
            </a:defPPr>
          </a:lstStyle>
          <a:p xmlns:a="http://schemas.openxmlformats.org/drawingml/2006/main">
            <a:pPr algn="l">
              <a:defRPr sz="1650" b="0">
                <a:solidFill>
                  <a:srgbClr val="173F32"/>
                </a:solidFill>
                <a:latin typeface="Bitstream Charter"/>
                <a:ea typeface="Bitstream Charter"/>
                <a:cs typeface="Bitstream Charter"/>
              </a:defRPr>
            </a:pPr>
            <a:r>
              <a:rPr sz="1650" b="0">
                <a:solidFill>
                  <a:srgbClr val="173F32"/>
                </a:solidFill>
                <a:latin typeface="Bitstream Charter"/>
                <a:ea typeface="Bitstream Charter"/>
                <a:cs typeface="Bitstream Charter"/>
              </a:rPr>
              <a:t>Image filename</a:t>
            </a:r>
          </a:p>
          <a:p xmlns:a="http://schemas.openxmlformats.org/drawingml/2006/main">
            <a:pPr algn="l">
              <a:defRPr sz="1650" b="0">
                <a:solidFill>
                  <a:srgbClr val="173F32"/>
                </a:solidFill>
                <a:latin typeface="Bitstream Charter"/>
                <a:ea typeface="Bitstream Charter"/>
                <a:cs typeface="Bitstream Charter"/>
              </a:defRPr>
            </a:pPr>
            <a:r>
              <a:rPr sz="1650" b="0">
                <a:solidFill>
                  <a:srgbClr val="173F32"/>
                </a:solidFill>
                <a:latin typeface="Bitstream Charter"/>
                <a:ea typeface="Bitstream Charter"/>
                <a:cs typeface="Bitstream Charter"/>
              </a:rPr>
              <a:t>Assets/Images/</a:t>
            </a:r>
          </a:p>
          <a:p xmlns:a="http://schemas.openxmlformats.org/drawingml/2006/main">
            <a:pPr algn="l">
              <a:defRPr sz="1650" b="0">
                <a:solidFill>
                  <a:srgbClr val="173F32"/>
                </a:solidFill>
                <a:latin typeface="Bitstream Charter"/>
                <a:ea typeface="Bitstream Charter"/>
                <a:cs typeface="Bitstream Charter"/>
              </a:defRPr>
            </a:pPr>
            <a:r>
              <a:rPr sz="1650" b="0">
                <a:solidFill>
                  <a:srgbClr val="173F32"/>
                </a:solidFill>
                <a:latin typeface="Bitstream Charter"/>
                <a:ea typeface="Bitstream Charter"/>
                <a:cs typeface="Bitstream Charter"/>
              </a:rPr>
              <a:t>02.jpg</a:t>
            </a:r>
          </a:p>
        </p:txBody>
      </p:sp>
      <p:sp>
        <p:nvSpPr>
          <p:cNvPr id="14" name="">
            <a:extLst xmlns:a="http://schemas.openxmlformats.org/drawingml/2006/main">
              <a:ext uri="{FF2B5EF4-FFF2-40B4-BE49-F238E27FC236}">
                <a16:creationId xmlns:a16="http://schemas.microsoft.com/office/drawing/2014/main" id="{5CEBE387-4270-4D1E-A302-7EA3865D2562}"/>
              </a:ext>
            </a:extLst>
          </p:cNvPr>
          <p:cNvSpPr>
            <a:spLocks xmlns:a="http://schemas.openxmlformats.org/drawingml/2006/main" noGrp="1"/>
          </p:cNvSpPr>
          <p:nvPr/>
        </p:nvSpPr>
        <p:spPr>
          <a:xfrm xmlns:a="http://schemas.openxmlformats.org/drawingml/2006/main">
            <a:off x="8858250" y="33337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1">
                <a:solidFill>
                  <a:srgbClr val="173F32"/>
                </a:solidFill>
                <a:latin typeface="Bitstream Charter"/>
                <a:ea typeface="Bitstream Charter"/>
                <a:cs typeface="Bitstream Charter"/>
              </a:defRPr>
            </a:defPPr>
          </a:lstStyle>
          <a:p xmlns:a="http://schemas.openxmlformats.org/drawingml/2006/main">
            <a:pPr algn="l">
              <a:defRPr sz="1800" b="1">
                <a:solidFill>
                  <a:srgbClr val="173F32"/>
                </a:solidFill>
                <a:latin typeface="Bitstream Charter"/>
                <a:ea typeface="Bitstream Charter"/>
                <a:cs typeface="Bitstream Charter"/>
              </a:defRPr>
            </a:pPr>
            <a:r>
              <a:rPr sz="1800" b="1">
                <a:solidFill>
                  <a:srgbClr val="173F32"/>
                </a:solidFill>
                <a:latin typeface="Bitstream Charter"/>
                <a:ea typeface="Bitstream Charter"/>
                <a:cs typeface="Bitstream Charter"/>
              </a:rPr>
              <a:t>Button destinations</a:t>
            </a:r>
          </a:p>
        </p:txBody>
      </p:sp>
      <p:sp>
        <p:nvSpPr>
          <p:cNvPr id="15" name="">
            <a:extLst xmlns:a="http://schemas.openxmlformats.org/drawingml/2006/main">
              <a:ext uri="{FF2B5EF4-FFF2-40B4-BE49-F238E27FC236}">
                <a16:creationId xmlns:a16="http://schemas.microsoft.com/office/drawing/2014/main" id="{52D12D5B-41A7-4EF3-88F5-38842854995F}"/>
              </a:ext>
            </a:extLst>
          </p:cNvPr>
          <p:cNvSpPr>
            <a:spLocks xmlns:a="http://schemas.openxmlformats.org/drawingml/2006/main" noGrp="1"/>
          </p:cNvSpPr>
          <p:nvPr/>
        </p:nvSpPr>
        <p:spPr>
          <a:xfrm xmlns:a="http://schemas.openxmlformats.org/drawingml/2006/main">
            <a:off x="8858250" y="3857625"/>
            <a:ext cx="295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173F32"/>
                </a:solidFill>
                <a:latin typeface="Bitstream Charter"/>
                <a:ea typeface="Bitstream Charter"/>
                <a:cs typeface="Bitstream Charter"/>
              </a:defRPr>
            </a:defPPr>
          </a:lstStyle>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Back: index 0</a:t>
            </a:r>
          </a:p>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Next: index 2</a:t>
            </a:r>
          </a:p>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Restart: index 0</a:t>
            </a:r>
          </a:p>
        </p:txBody>
      </p:sp>
      <p:sp>
        <p:nvSpPr>
          <p:cNvPr id="16" name="">
            <a:extLst xmlns:a="http://schemas.openxmlformats.org/drawingml/2006/main">
              <a:ext uri="{FF2B5EF4-FFF2-40B4-BE49-F238E27FC236}">
                <a16:creationId xmlns:a16="http://schemas.microsoft.com/office/drawing/2014/main" id="{4A67EA9A-4AC5-4DA0-9085-13EDF8F95E1E}"/>
              </a:ext>
            </a:extLst>
          </p:cNvPr>
          <p:cNvSpPr>
            <a:spLocks xmlns:a="http://schemas.openxmlformats.org/drawingml/2006/main" noGrp="1"/>
          </p:cNvSpPr>
          <p:nvPr/>
        </p:nvSpPr>
        <p:spPr>
          <a:xfrm xmlns:a="http://schemas.openxmlformats.org/drawingml/2006/main">
            <a:off x="8858250" y="533400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52645B"/>
                </a:solidFill>
                <a:latin typeface="Bitstream Charter"/>
                <a:ea typeface="Bitstream Charter"/>
                <a:cs typeface="Bitstream Charter"/>
              </a:defRPr>
            </a:defPPr>
          </a:lstStyle>
          <a:p xmlns:a="http://schemas.openxmlformats.org/drawingml/2006/main">
            <a:pPr algn="l">
              <a:defRPr sz="1500" b="0">
                <a:solidFill>
                  <a:srgbClr val="52645B"/>
                </a:solidFill>
                <a:latin typeface="Bitstream Charter"/>
                <a:ea typeface="Bitstream Charter"/>
                <a:cs typeface="Bitstream Charter"/>
              </a:defRPr>
            </a:pPr>
            <a:r>
              <a:rPr sz="1500" b="0">
                <a:solidFill>
                  <a:srgbClr val="52645B"/>
                </a:solidFill>
                <a:latin typeface="Bitstream Charter"/>
                <a:ea typeface="Bitstream Charter"/>
                <a:cs typeface="Bitstream Charter"/>
              </a:rPr>
              <a:t>Linear story</a:t>
            </a:r>
          </a:p>
          <a:p xmlns:a="http://schemas.openxmlformats.org/drawingml/2006/main">
            <a:pPr algn="l">
              <a:defRPr sz="1500" b="0">
                <a:solidFill>
                  <a:srgbClr val="52645B"/>
                </a:solidFill>
                <a:latin typeface="Bitstream Charter"/>
                <a:ea typeface="Bitstream Charter"/>
                <a:cs typeface="Bitstream Charter"/>
              </a:defRPr>
            </a:pPr>
            <a:r>
              <a:rPr sz="1500" b="0">
                <a:solidFill>
                  <a:srgbClr val="52645B"/>
                </a:solidFill>
                <a:latin typeface="Bitstream Charter"/>
                <a:ea typeface="Bitstream Charter"/>
                <a:cs typeface="Bitstream Charter"/>
              </a:rPr>
              <a:t>Branching and sound: omitted</a:t>
            </a:r>
          </a:p>
        </p:txBody>
      </p:sp>
      <p:sp>
        <p:nvSpPr>
          <p:cNvPr id="17" name="">
            <a:extLst xmlns:a="http://schemas.openxmlformats.org/drawingml/2006/main">
              <a:ext uri="{FF2B5EF4-FFF2-40B4-BE49-F238E27FC236}">
                <a16:creationId xmlns:a16="http://schemas.microsoft.com/office/drawing/2014/main" id="{AEB2583C-E530-4C09-82D2-73CB58E10CD6}"/>
              </a:ext>
            </a:extLst>
          </p:cNvPr>
          <p:cNvSpPr>
            <a:spLocks xmlns:a="http://schemas.openxmlformats.org/drawingml/2006/main" noGrp="1"/>
          </p:cNvSpPr>
          <p:nvPr/>
        </p:nvSpPr>
        <p:spPr>
          <a:xfrm xmlns:a="http://schemas.openxmlformats.org/drawingml/2006/main">
            <a:off x="381000" y="6496050"/>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52645B"/>
                </a:solidFill>
                <a:latin typeface="Bitstream Charter"/>
                <a:ea typeface="Bitstream Charter"/>
                <a:cs typeface="Bitstream Charter"/>
              </a:defRPr>
            </a:defPPr>
          </a:lstStyle>
          <a:p xmlns:a="http://schemas.openxmlformats.org/drawingml/2006/main">
            <a:pPr algn="l">
              <a:defRPr sz="1200" b="0">
                <a:solidFill>
                  <a:srgbClr val="52645B"/>
                </a:solidFill>
                <a:latin typeface="Bitstream Charter"/>
                <a:ea typeface="Bitstream Charter"/>
                <a:cs typeface="Bitstream Charter"/>
              </a:defRPr>
            </a:pPr>
            <a:r>
              <a:rPr sz="1200" b="0">
                <a:solidFill>
                  <a:srgbClr val="52645B"/>
                </a:solidFill>
                <a:latin typeface="Bitstream Charter"/>
                <a:ea typeface="Bitstream Charter"/>
                <a:cs typeface="Bitstream Charter"/>
              </a:rPr>
              <a:t>Action 7A visual prototype. Illustrations generated with ChatGPT.</a:t>
            </a:r>
          </a:p>
        </p:txBody>
      </p:sp>
    </p:spTree>
    <p:extLst>
      <p:ext uri="{BB962C8B-B14F-4D97-AF65-F5344CB8AC3E}">
        <p14:creationId xmlns:p14="http://schemas.microsoft.com/office/powerpoint/2010/main" val="1050781194"/>
      </p:ext>
    </p:extLst>
  </p:cSld>
</p:sld>
</file>

<file path=ppt/slides/slide3.xml><?xml version="1.0" encoding="utf-8"?>
<p:sld xmlns:p="http://schemas.openxmlformats.org/presentationml/2006/main">
  <p:cSld>
    <p:bg>
      <p:bgPr>
        <a:solidFill xmlns:a="http://schemas.openxmlformats.org/drawingml/2006/main">
          <a:srgbClr val="F0F3E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3536079-66C7-4539-9BE6-D9C4DFAD2DFE}"/>
              </a:ext>
            </a:extLst>
          </p:cNvPr>
          <p:cNvSpPr>
            <a:spLocks xmlns:a="http://schemas.openxmlformats.org/drawingml/2006/main" noGrp="1"/>
          </p:cNvSpPr>
          <p:nvPr/>
        </p:nvSpPr>
        <p:spPr>
          <a:xfrm xmlns:a="http://schemas.openxmlformats.org/drawingml/2006/main">
            <a:off x="381000" y="190500"/>
            <a:ext cx="1143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400" b="1">
                <a:solidFill>
                  <a:srgbClr val="173F32"/>
                </a:solidFill>
                <a:latin typeface="Bitstream Charter"/>
                <a:ea typeface="Bitstream Charter"/>
                <a:cs typeface="Bitstream Charter"/>
              </a:defRPr>
            </a:defPPr>
          </a:lstStyle>
          <a:p xmlns:a="http://schemas.openxmlformats.org/drawingml/2006/main">
            <a:pPr algn="l">
              <a:defRPr sz="2400" b="1">
                <a:solidFill>
                  <a:srgbClr val="173F32"/>
                </a:solidFill>
                <a:latin typeface="Bitstream Charter"/>
                <a:ea typeface="Bitstream Charter"/>
                <a:cs typeface="Bitstream Charter"/>
              </a:defRPr>
            </a:pPr>
            <a:r>
              <a:rPr sz="2400" b="1">
                <a:solidFill>
                  <a:srgbClr val="173F32"/>
                </a:solidFill>
                <a:latin typeface="Bitstream Charter"/>
                <a:ea typeface="Bitstream Charter"/>
                <a:cs typeface="Bitstream Charter"/>
              </a:rPr>
              <a:t>Greenward: A New Crew / Ending</a:t>
            </a:r>
          </a:p>
        </p:txBody>
      </p:sp>
      <p:sp>
        <p:nvSpPr>
          <p:cNvPr id="2" name="">
            <a:extLst xmlns:a="http://schemas.openxmlformats.org/drawingml/2006/main">
              <a:ext uri="{FF2B5EF4-FFF2-40B4-BE49-F238E27FC236}">
                <a16:creationId xmlns:a16="http://schemas.microsoft.com/office/drawing/2014/main" id="{E441FDB0-80AD-4034-846A-1F791F6BA7E6}"/>
              </a:ext>
            </a:extLst>
          </p:cNvPr>
          <p:cNvSpPr>
            <a:spLocks xmlns:a="http://schemas.openxmlformats.org/drawingml/2006/main" noGrp="1"/>
          </p:cNvSpPr>
          <p:nvPr/>
        </p:nvSpPr>
        <p:spPr>
          <a:xfrm xmlns:a="http://schemas.openxmlformats.org/drawingml/2006/main">
            <a:off x="381000" y="838200"/>
            <a:ext cx="8096250" cy="5429250"/>
          </a:xfrm>
          <a:prstGeom xmlns:a="http://schemas.openxmlformats.org/drawingml/2006/main" prst="rect">
            <a:avLst/>
          </a:prstGeom>
          <a:solidFill xmlns:a="http://schemas.openxmlformats.org/drawingml/2006/main">
            <a:srgbClr val="103C40"/>
          </a:solidFill>
          <a:ln xmlns:a="http://schemas.openxmlformats.org/drawingml/2006/main" w="0">
            <a:noFill/>
          </a:ln>
        </p:spPr>
        <p:txBody>
          <a:bodyPr xmlns:a="http://schemas.openxmlformats.org/drawingml/2006/main" anchor="ctr">
            <a:noAutofit/>
          </a:bodyPr>
          <a:lstStyle xmlns:a="http://schemas.openxmlformats.org/drawingml/2006/main">
            <a:defPPr algn="l">
              <a:defRPr sz="1800" b="0">
                <a:solidFill>
                  <a:srgbClr val="F1F5EB"/>
                </a:solidFill>
                <a:latin typeface="Bitstream Charter"/>
                <a:ea typeface="Bitstream Charter"/>
                <a:cs typeface="Bitstream Charter"/>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1D24FC99-1976-4EA8-98D7-427C16E73229}"/>
              </a:ext>
            </a:extLst>
          </p:cNvPr>
          <p:cNvSpPr>
            <a:spLocks xmlns:a="http://schemas.openxmlformats.org/drawingml/2006/main" noGrp="1"/>
          </p:cNvSpPr>
          <p:nvPr/>
        </p:nvSpPr>
        <p:spPr>
          <a:xfrm xmlns:a="http://schemas.openxmlformats.org/drawingml/2006/main">
            <a:off x="619125" y="1000125"/>
            <a:ext cx="752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75" b="0">
                <a:solidFill>
                  <a:srgbClr val="E9DDB5"/>
                </a:solidFill>
                <a:latin typeface="Bitstream Charter"/>
                <a:ea typeface="Bitstream Charter"/>
                <a:cs typeface="Bitstream Charter"/>
              </a:defRPr>
            </a:defPPr>
          </a:lstStyle>
          <a:p xmlns:a="http://schemas.openxmlformats.org/drawingml/2006/main">
            <a:pPr algn="l">
              <a:defRPr sz="1575" b="0">
                <a:solidFill>
                  <a:srgbClr val="E9DDB5"/>
                </a:solidFill>
                <a:latin typeface="Bitstream Charter"/>
                <a:ea typeface="Bitstream Charter"/>
                <a:cs typeface="Bitstream Charter"/>
              </a:defRPr>
            </a:pPr>
            <a:r>
              <a:rPr sz="1575" b="0">
                <a:solidFill>
                  <a:srgbClr val="E9DDB5"/>
                </a:solidFill>
                <a:latin typeface="Bitstream Charter"/>
                <a:ea typeface="Bitstream Charter"/>
                <a:cs typeface="Bitstream Charter"/>
              </a:rPr>
              <a:t>FIELD STORY / CS110</a:t>
            </a:r>
          </a:p>
        </p:txBody>
      </p:sp>
      <p:sp>
        <p:nvSpPr>
          <p:cNvPr id="4" name="">
            <a:extLst xmlns:a="http://schemas.openxmlformats.org/drawingml/2006/main">
              <a:ext uri="{FF2B5EF4-FFF2-40B4-BE49-F238E27FC236}">
                <a16:creationId xmlns:a16="http://schemas.microsoft.com/office/drawing/2014/main" id="{61C2468D-1D07-49AF-9F13-B0468D0C025D}"/>
              </a:ext>
            </a:extLst>
          </p:cNvPr>
          <p:cNvSpPr>
            <a:spLocks xmlns:a="http://schemas.openxmlformats.org/drawingml/2006/main" noGrp="1"/>
          </p:cNvSpPr>
          <p:nvPr/>
        </p:nvSpPr>
        <p:spPr>
          <a:xfrm xmlns:a="http://schemas.openxmlformats.org/drawingml/2006/main">
            <a:off x="619125" y="1381125"/>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F1F5EB"/>
                </a:solidFill>
                <a:latin typeface="Bitstream Charter"/>
                <a:ea typeface="Bitstream Charter"/>
                <a:cs typeface="Bitstream Charter"/>
              </a:defRPr>
            </a:defPPr>
          </a:lstStyle>
          <a:p xmlns:a="http://schemas.openxmlformats.org/drawingml/2006/main">
            <a:pPr algn="l">
              <a:defRPr sz="1500" b="0">
                <a:solidFill>
                  <a:srgbClr val="F1F5EB"/>
                </a:solidFill>
                <a:latin typeface="Bitstream Charter"/>
                <a:ea typeface="Bitstream Charter"/>
                <a:cs typeface="Bitstream Charter"/>
              </a:defRPr>
            </a:pPr>
            <a:r>
              <a:rPr sz="1500" b="0">
                <a:solidFill>
                  <a:srgbClr val="F1F5EB"/>
                </a:solidFill>
                <a:latin typeface="Bitstream Charter"/>
                <a:ea typeface="Bitstream Charter"/>
                <a:cs typeface="Bitstream Charter"/>
              </a:rPr>
              <a:t>Slide 3 of 3</a:t>
            </a:r>
          </a:p>
        </p:txBody>
      </p:sp>
      <p:pic>
        <p:nvPicPr>
          <p:cNvPr id="5" name="">
            <a:extLst xmlns:a="http://schemas.openxmlformats.org/drawingml/2006/main">
              <a:ext uri="{FF2B5EF4-FFF2-40B4-BE49-F238E27FC236}">
                <a16:creationId xmlns:a16="http://schemas.microsoft.com/office/drawing/2014/main" id="{5DA36338-2F2B-4006-ABDA-4AA43846B712}"/>
              </a:ext>
            </a:extLst>
          </p:cNvPr>
          <p:cNvPicPr>
            <a:picLocks xmlns:a="http://schemas.openxmlformats.org/drawingml/2006/main" noChangeAspect="1"/>
          </p:cNvPicPr>
          <p:nvPr/>
        </p:nvPicPr>
        <p:blipFill>
          <a:blip xmlns:r="http://schemas.openxmlformats.org/officeDocument/2006/relationships" xmlns:a="http://schemas.openxmlformats.org/drawingml/2006/main" r:embed="R805d6c140a224fef"/>
          <a:stretch xmlns:a="http://schemas.openxmlformats.org/drawingml/2006/main"/>
        </p:blipFill>
        <p:spPr>
          <a:xfrm xmlns:a="http://schemas.openxmlformats.org/drawingml/2006/main">
            <a:off x="1666875" y="1810724"/>
            <a:ext cx="5429250" cy="305557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456948E-F2CA-4483-8839-3D578E6CF353}"/>
              </a:ext>
            </a:extLst>
          </p:cNvPr>
          <p:cNvSpPr>
            <a:spLocks xmlns:a="http://schemas.openxmlformats.org/drawingml/2006/main" noGrp="1"/>
          </p:cNvSpPr>
          <p:nvPr/>
        </p:nvSpPr>
        <p:spPr>
          <a:xfrm xmlns:a="http://schemas.openxmlformats.org/drawingml/2006/main">
            <a:off x="619125" y="4981575"/>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F1F5EB"/>
                </a:solidFill>
                <a:latin typeface="Bitstream Charter"/>
                <a:ea typeface="Bitstream Charter"/>
                <a:cs typeface="Bitstream Charter"/>
              </a:defRPr>
            </a:defPPr>
          </a:lstStyle>
          <a:p xmlns:a="http://schemas.openxmlformats.org/drawingml/2006/main">
            <a:pPr algn="l">
              <a:defRPr sz="1725" b="0">
                <a:solidFill>
                  <a:srgbClr val="F1F5EB"/>
                </a:solidFill>
                <a:latin typeface="Bitstream Charter"/>
                <a:ea typeface="Bitstream Charter"/>
                <a:cs typeface="Bitstream Charter"/>
              </a:defRPr>
            </a:pPr>
            <a:r>
              <a:rPr sz="1725" b="0">
                <a:solidFill>
                  <a:srgbClr val="F1F5EB"/>
                </a:solidFill>
                <a:latin typeface="Bitstream Charter"/>
                <a:ea typeface="Bitstream Charter"/>
                <a:cs typeface="Bitstream Charter"/>
              </a:rPr>
              <a:t>Sana confirms the updated instructions and explains your first task. You are ready to join the crew. Use Back to review or Restart to begin again.</a:t>
            </a:r>
          </a:p>
        </p:txBody>
      </p:sp>
      <p:sp>
        <p:nvSpPr>
          <p:cNvPr id="7" name="">
            <a:extLst xmlns:a="http://schemas.openxmlformats.org/drawingml/2006/main">
              <a:ext uri="{FF2B5EF4-FFF2-40B4-BE49-F238E27FC236}">
                <a16:creationId xmlns:a16="http://schemas.microsoft.com/office/drawing/2014/main" id="{50FEFFBB-FBE6-4E0F-B18B-A39DCA2E8AD2}"/>
              </a:ext>
            </a:extLst>
          </p:cNvPr>
          <p:cNvSpPr>
            <a:spLocks xmlns:a="http://schemas.openxmlformats.org/drawingml/2006/main" noGrp="1"/>
          </p:cNvSpPr>
          <p:nvPr/>
        </p:nvSpPr>
        <p:spPr>
          <a:xfrm xmlns:a="http://schemas.openxmlformats.org/drawingml/2006/main">
            <a:off x="619125" y="5724525"/>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D4E0DA"/>
                </a:solidFill>
                <a:latin typeface="Bitstream Charter"/>
                <a:ea typeface="Bitstream Charter"/>
                <a:cs typeface="Bitstream Charter"/>
              </a:defRPr>
            </a:defPPr>
          </a:lstStyle>
          <a:p xmlns:a="http://schemas.openxmlformats.org/drawingml/2006/main">
            <a:pPr algn="l">
              <a:defRPr sz="1200" b="0">
                <a:solidFill>
                  <a:srgbClr val="D4E0DA"/>
                </a:solidFill>
                <a:latin typeface="Bitstream Charter"/>
                <a:ea typeface="Bitstream Charter"/>
                <a:cs typeface="Bitstream Charter"/>
              </a:defRPr>
            </a:pPr>
            <a:r>
              <a:rPr sz="1200" b="0">
                <a:solidFill>
                  <a:srgbClr val="D4E0DA"/>
                </a:solidFill>
                <a:latin typeface="Bitstream Charter"/>
                <a:ea typeface="Bitstream Charter"/>
                <a:cs typeface="Bitstream Charter"/>
              </a:rPr>
              <a:t>Sana welcomes the new operator and explains the next step.</a:t>
            </a:r>
          </a:p>
        </p:txBody>
      </p:sp>
      <p:sp>
        <p:nvSpPr>
          <p:cNvPr id="8" name="">
            <a:extLst xmlns:a="http://schemas.openxmlformats.org/drawingml/2006/main">
              <a:ext uri="{FF2B5EF4-FFF2-40B4-BE49-F238E27FC236}">
                <a16:creationId xmlns:a16="http://schemas.microsoft.com/office/drawing/2014/main" id="{086A6C83-1F39-4822-9462-6DA3DA1C89AC}"/>
              </a:ext>
            </a:extLst>
          </p:cNvPr>
          <p:cNvSpPr>
            <a:spLocks xmlns:a="http://schemas.openxmlformats.org/drawingml/2006/main" noGrp="1"/>
          </p:cNvSpPr>
          <p:nvPr/>
        </p:nvSpPr>
        <p:spPr>
          <a:xfrm xmlns:a="http://schemas.openxmlformats.org/drawingml/2006/main">
            <a:off x="619125" y="6029325"/>
            <a:ext cx="1000125"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Autofit/>
          </a:bodyPr>
          <a:lstStyle xmlns:a="http://schemas.openxmlformats.org/drawingml/2006/main">
            <a:defPPr algn="ctr">
              <a:defRPr sz="1350" b="0">
                <a:solidFill>
                  <a:srgbClr val="173F32"/>
                </a:solidFill>
                <a:latin typeface="Bitstream Charter"/>
                <a:ea typeface="Bitstream Charter"/>
                <a:cs typeface="Bitstream Charter"/>
              </a:defRPr>
            </a:defPPr>
          </a:lstStyle>
          <a:p xmlns:a="http://schemas.openxmlformats.org/drawingml/2006/main">
            <a:pPr algn="ctr">
              <a:defRPr sz="1350" b="0">
                <a:solidFill>
                  <a:srgbClr val="173F32"/>
                </a:solidFill>
                <a:latin typeface="Bitstream Charter"/>
                <a:ea typeface="Bitstream Charter"/>
                <a:cs typeface="Bitstream Charter"/>
              </a:defRPr>
            </a:pPr>
            <a:r>
              <a:rPr sz="1350" b="0">
                <a:solidFill>
                  <a:srgbClr val="173F32"/>
                </a:solidFill>
                <a:latin typeface="Bitstream Charter"/>
                <a:ea typeface="Bitstream Charter"/>
                <a:cs typeface="Bitstream Charter"/>
              </a:rPr>
              <a:t>Back</a:t>
            </a:r>
          </a:p>
        </p:txBody>
      </p:sp>
      <p:sp>
        <p:nvSpPr>
          <p:cNvPr id="9" name="">
            <a:extLst xmlns:a="http://schemas.openxmlformats.org/drawingml/2006/main">
              <a:ext uri="{FF2B5EF4-FFF2-40B4-BE49-F238E27FC236}">
                <a16:creationId xmlns:a16="http://schemas.microsoft.com/office/drawing/2014/main" id="{C00D9CDE-1D4F-44B7-B586-7D20E1B0D2BD}"/>
              </a:ext>
            </a:extLst>
          </p:cNvPr>
          <p:cNvSpPr>
            <a:spLocks xmlns:a="http://schemas.openxmlformats.org/drawingml/2006/main" noGrp="1"/>
          </p:cNvSpPr>
          <p:nvPr/>
        </p:nvSpPr>
        <p:spPr>
          <a:xfrm xmlns:a="http://schemas.openxmlformats.org/drawingml/2006/main">
            <a:off x="1714500" y="6029325"/>
            <a:ext cx="1000125" cy="304800"/>
          </a:xfrm>
          <a:prstGeom xmlns:a="http://schemas.openxmlformats.org/drawingml/2006/main" prst="rect">
            <a:avLst/>
          </a:prstGeom>
          <a:solidFill xmlns:a="http://schemas.openxmlformats.org/drawingml/2006/main">
            <a:srgbClr val="CFD4D1"/>
          </a:solidFill>
          <a:ln xmlns:a="http://schemas.openxmlformats.org/drawingml/2006/main" w="0">
            <a:noFill/>
          </a:ln>
        </p:spPr>
        <p:txBody>
          <a:bodyPr xmlns:a="http://schemas.openxmlformats.org/drawingml/2006/main" anchor="ctr">
            <a:noAutofit/>
          </a:bodyPr>
          <a:lstStyle xmlns:a="http://schemas.openxmlformats.org/drawingml/2006/main">
            <a:defPPr algn="ctr">
              <a:defRPr sz="1350" b="0">
                <a:solidFill>
                  <a:srgbClr val="7C8584"/>
                </a:solidFill>
                <a:latin typeface="Bitstream Charter"/>
                <a:ea typeface="Bitstream Charter"/>
                <a:cs typeface="Bitstream Charter"/>
              </a:defRPr>
            </a:defPPr>
          </a:lstStyle>
          <a:p xmlns:a="http://schemas.openxmlformats.org/drawingml/2006/main">
            <a:pPr algn="ctr">
              <a:defRPr sz="1350" b="0">
                <a:solidFill>
                  <a:srgbClr val="7C8584"/>
                </a:solidFill>
                <a:latin typeface="Bitstream Charter"/>
                <a:ea typeface="Bitstream Charter"/>
                <a:cs typeface="Bitstream Charter"/>
              </a:defRPr>
            </a:pPr>
            <a:r>
              <a:rPr sz="1350" b="0">
                <a:solidFill>
                  <a:srgbClr val="7C8584"/>
                </a:solidFill>
                <a:latin typeface="Bitstream Charter"/>
                <a:ea typeface="Bitstream Charter"/>
                <a:cs typeface="Bitstream Charter"/>
              </a:rPr>
              <a:t>Next</a:t>
            </a:r>
          </a:p>
        </p:txBody>
      </p:sp>
      <p:sp>
        <p:nvSpPr>
          <p:cNvPr id="10" name="">
            <a:extLst xmlns:a="http://schemas.openxmlformats.org/drawingml/2006/main">
              <a:ext uri="{FF2B5EF4-FFF2-40B4-BE49-F238E27FC236}">
                <a16:creationId xmlns:a16="http://schemas.microsoft.com/office/drawing/2014/main" id="{2A58EABC-2A33-4AAF-A614-4F8567933A05}"/>
              </a:ext>
            </a:extLst>
          </p:cNvPr>
          <p:cNvSpPr>
            <a:spLocks xmlns:a="http://schemas.openxmlformats.org/drawingml/2006/main" noGrp="1"/>
          </p:cNvSpPr>
          <p:nvPr/>
        </p:nvSpPr>
        <p:spPr>
          <a:xfrm xmlns:a="http://schemas.openxmlformats.org/drawingml/2006/main">
            <a:off x="2809875" y="6029325"/>
            <a:ext cx="1000125"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Autofit/>
          </a:bodyPr>
          <a:lstStyle xmlns:a="http://schemas.openxmlformats.org/drawingml/2006/main">
            <a:defPPr algn="ctr">
              <a:defRPr sz="1350" b="0">
                <a:solidFill>
                  <a:srgbClr val="173F32"/>
                </a:solidFill>
                <a:latin typeface="Bitstream Charter"/>
                <a:ea typeface="Bitstream Charter"/>
                <a:cs typeface="Bitstream Charter"/>
              </a:defRPr>
            </a:defPPr>
          </a:lstStyle>
          <a:p xmlns:a="http://schemas.openxmlformats.org/drawingml/2006/main">
            <a:pPr algn="ctr">
              <a:defRPr sz="1350" b="0">
                <a:solidFill>
                  <a:srgbClr val="173F32"/>
                </a:solidFill>
                <a:latin typeface="Bitstream Charter"/>
                <a:ea typeface="Bitstream Charter"/>
                <a:cs typeface="Bitstream Charter"/>
              </a:defRPr>
            </a:pPr>
            <a:r>
              <a:rPr sz="1350" b="0">
                <a:solidFill>
                  <a:srgbClr val="173F32"/>
                </a:solidFill>
                <a:latin typeface="Bitstream Charter"/>
                <a:ea typeface="Bitstream Charter"/>
                <a:cs typeface="Bitstream Charter"/>
              </a:rPr>
              <a:t>Restart</a:t>
            </a:r>
          </a:p>
        </p:txBody>
      </p:sp>
      <p:sp>
        <p:nvSpPr>
          <p:cNvPr id="11" name="">
            <a:extLst xmlns:a="http://schemas.openxmlformats.org/drawingml/2006/main">
              <a:ext uri="{FF2B5EF4-FFF2-40B4-BE49-F238E27FC236}">
                <a16:creationId xmlns:a16="http://schemas.microsoft.com/office/drawing/2014/main" id="{39884D73-A18E-4330-9734-6371D93882F7}"/>
              </a:ext>
            </a:extLst>
          </p:cNvPr>
          <p:cNvSpPr>
            <a:spLocks xmlns:a="http://schemas.openxmlformats.org/drawingml/2006/main" noGrp="1"/>
          </p:cNvSpPr>
          <p:nvPr/>
        </p:nvSpPr>
        <p:spPr>
          <a:xfrm xmlns:a="http://schemas.openxmlformats.org/drawingml/2006/main">
            <a:off x="8858250" y="895350"/>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173F32"/>
                </a:solidFill>
                <a:latin typeface="Bitstream Charter"/>
                <a:ea typeface="Bitstream Charter"/>
                <a:cs typeface="Bitstream Charter"/>
              </a:defRPr>
            </a:defPPr>
          </a:lstStyle>
          <a:p xmlns:a="http://schemas.openxmlformats.org/drawingml/2006/main">
            <a:pPr algn="l">
              <a:defRPr sz="2025" b="1">
                <a:solidFill>
                  <a:srgbClr val="173F32"/>
                </a:solidFill>
                <a:latin typeface="Bitstream Charter"/>
                <a:ea typeface="Bitstream Charter"/>
                <a:cs typeface="Bitstream Charter"/>
              </a:defRPr>
            </a:pPr>
            <a:r>
              <a:rPr sz="2025" b="1">
                <a:solidFill>
                  <a:srgbClr val="173F32"/>
                </a:solidFill>
                <a:latin typeface="Bitstream Charter"/>
                <a:ea typeface="Bitstream Charter"/>
                <a:cs typeface="Bitstream Charter"/>
              </a:rPr>
              <a:t>Screen mapping</a:t>
            </a:r>
          </a:p>
        </p:txBody>
      </p:sp>
      <p:sp>
        <p:nvSpPr>
          <p:cNvPr id="12" name="">
            <a:extLst xmlns:a="http://schemas.openxmlformats.org/drawingml/2006/main">
              <a:ext uri="{FF2B5EF4-FFF2-40B4-BE49-F238E27FC236}">
                <a16:creationId xmlns:a16="http://schemas.microsoft.com/office/drawing/2014/main" id="{5BB8AB92-C5BE-4416-9C4F-480E227C74CB}"/>
              </a:ext>
            </a:extLst>
          </p:cNvPr>
          <p:cNvSpPr>
            <a:spLocks xmlns:a="http://schemas.openxmlformats.org/drawingml/2006/main" noGrp="1"/>
          </p:cNvSpPr>
          <p:nvPr/>
        </p:nvSpPr>
        <p:spPr>
          <a:xfrm xmlns:a="http://schemas.openxmlformats.org/drawingml/2006/main">
            <a:off x="8858250" y="142875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173F32"/>
                </a:solidFill>
                <a:latin typeface="Bitstream Charter"/>
                <a:ea typeface="Bitstream Charter"/>
                <a:cs typeface="Bitstream Charter"/>
              </a:defRPr>
            </a:defPPr>
          </a:lstStyle>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Array index: 2</a:t>
            </a:r>
          </a:p>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Counter: 3 of 3</a:t>
            </a:r>
          </a:p>
        </p:txBody>
      </p:sp>
      <p:sp>
        <p:nvSpPr>
          <p:cNvPr id="13" name="">
            <a:extLst xmlns:a="http://schemas.openxmlformats.org/drawingml/2006/main">
              <a:ext uri="{FF2B5EF4-FFF2-40B4-BE49-F238E27FC236}">
                <a16:creationId xmlns:a16="http://schemas.microsoft.com/office/drawing/2014/main" id="{492702D2-89E4-4B99-99D0-7F0F53B94736}"/>
              </a:ext>
            </a:extLst>
          </p:cNvPr>
          <p:cNvSpPr>
            <a:spLocks xmlns:a="http://schemas.openxmlformats.org/drawingml/2006/main" noGrp="1"/>
          </p:cNvSpPr>
          <p:nvPr/>
        </p:nvSpPr>
        <p:spPr>
          <a:xfrm xmlns:a="http://schemas.openxmlformats.org/drawingml/2006/main">
            <a:off x="8858250" y="22860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0">
                <a:solidFill>
                  <a:srgbClr val="173F32"/>
                </a:solidFill>
                <a:latin typeface="Bitstream Charter"/>
                <a:ea typeface="Bitstream Charter"/>
                <a:cs typeface="Bitstream Charter"/>
              </a:defRPr>
            </a:defPPr>
          </a:lstStyle>
          <a:p xmlns:a="http://schemas.openxmlformats.org/drawingml/2006/main">
            <a:pPr algn="l">
              <a:defRPr sz="1650" b="0">
                <a:solidFill>
                  <a:srgbClr val="173F32"/>
                </a:solidFill>
                <a:latin typeface="Bitstream Charter"/>
                <a:ea typeface="Bitstream Charter"/>
                <a:cs typeface="Bitstream Charter"/>
              </a:defRPr>
            </a:pPr>
            <a:r>
              <a:rPr sz="1650" b="0">
                <a:solidFill>
                  <a:srgbClr val="173F32"/>
                </a:solidFill>
                <a:latin typeface="Bitstream Charter"/>
                <a:ea typeface="Bitstream Charter"/>
                <a:cs typeface="Bitstream Charter"/>
              </a:rPr>
              <a:t>Image filename</a:t>
            </a:r>
          </a:p>
          <a:p xmlns:a="http://schemas.openxmlformats.org/drawingml/2006/main">
            <a:pPr algn="l">
              <a:defRPr sz="1650" b="0">
                <a:solidFill>
                  <a:srgbClr val="173F32"/>
                </a:solidFill>
                <a:latin typeface="Bitstream Charter"/>
                <a:ea typeface="Bitstream Charter"/>
                <a:cs typeface="Bitstream Charter"/>
              </a:defRPr>
            </a:pPr>
            <a:r>
              <a:rPr sz="1650" b="0">
                <a:solidFill>
                  <a:srgbClr val="173F32"/>
                </a:solidFill>
                <a:latin typeface="Bitstream Charter"/>
                <a:ea typeface="Bitstream Charter"/>
                <a:cs typeface="Bitstream Charter"/>
              </a:rPr>
              <a:t>Assets/Images/</a:t>
            </a:r>
          </a:p>
          <a:p xmlns:a="http://schemas.openxmlformats.org/drawingml/2006/main">
            <a:pPr algn="l">
              <a:defRPr sz="1650" b="0">
                <a:solidFill>
                  <a:srgbClr val="173F32"/>
                </a:solidFill>
                <a:latin typeface="Bitstream Charter"/>
                <a:ea typeface="Bitstream Charter"/>
                <a:cs typeface="Bitstream Charter"/>
              </a:defRPr>
            </a:pPr>
            <a:r>
              <a:rPr sz="1650" b="0">
                <a:solidFill>
                  <a:srgbClr val="173F32"/>
                </a:solidFill>
                <a:latin typeface="Bitstream Charter"/>
                <a:ea typeface="Bitstream Charter"/>
                <a:cs typeface="Bitstream Charter"/>
              </a:rPr>
              <a:t>03.jpg</a:t>
            </a:r>
          </a:p>
        </p:txBody>
      </p:sp>
      <p:sp>
        <p:nvSpPr>
          <p:cNvPr id="14" name="">
            <a:extLst xmlns:a="http://schemas.openxmlformats.org/drawingml/2006/main">
              <a:ext uri="{FF2B5EF4-FFF2-40B4-BE49-F238E27FC236}">
                <a16:creationId xmlns:a16="http://schemas.microsoft.com/office/drawing/2014/main" id="{FE2577B5-A660-4015-9CF6-CA8029B62D3F}"/>
              </a:ext>
            </a:extLst>
          </p:cNvPr>
          <p:cNvSpPr>
            <a:spLocks xmlns:a="http://schemas.openxmlformats.org/drawingml/2006/main" noGrp="1"/>
          </p:cNvSpPr>
          <p:nvPr/>
        </p:nvSpPr>
        <p:spPr>
          <a:xfrm xmlns:a="http://schemas.openxmlformats.org/drawingml/2006/main">
            <a:off x="8858250" y="33337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1">
                <a:solidFill>
                  <a:srgbClr val="173F32"/>
                </a:solidFill>
                <a:latin typeface="Bitstream Charter"/>
                <a:ea typeface="Bitstream Charter"/>
                <a:cs typeface="Bitstream Charter"/>
              </a:defRPr>
            </a:defPPr>
          </a:lstStyle>
          <a:p xmlns:a="http://schemas.openxmlformats.org/drawingml/2006/main">
            <a:pPr algn="l">
              <a:defRPr sz="1800" b="1">
                <a:solidFill>
                  <a:srgbClr val="173F32"/>
                </a:solidFill>
                <a:latin typeface="Bitstream Charter"/>
                <a:ea typeface="Bitstream Charter"/>
                <a:cs typeface="Bitstream Charter"/>
              </a:defRPr>
            </a:pPr>
            <a:r>
              <a:rPr sz="1800" b="1">
                <a:solidFill>
                  <a:srgbClr val="173F32"/>
                </a:solidFill>
                <a:latin typeface="Bitstream Charter"/>
                <a:ea typeface="Bitstream Charter"/>
                <a:cs typeface="Bitstream Charter"/>
              </a:rPr>
              <a:t>Button destinations</a:t>
            </a:r>
          </a:p>
        </p:txBody>
      </p:sp>
      <p:sp>
        <p:nvSpPr>
          <p:cNvPr id="15" name="">
            <a:extLst xmlns:a="http://schemas.openxmlformats.org/drawingml/2006/main">
              <a:ext uri="{FF2B5EF4-FFF2-40B4-BE49-F238E27FC236}">
                <a16:creationId xmlns:a16="http://schemas.microsoft.com/office/drawing/2014/main" id="{FE09E8DD-5ABE-426A-9CCB-1E3F53488A09}"/>
              </a:ext>
            </a:extLst>
          </p:cNvPr>
          <p:cNvSpPr>
            <a:spLocks xmlns:a="http://schemas.openxmlformats.org/drawingml/2006/main" noGrp="1"/>
          </p:cNvSpPr>
          <p:nvPr/>
        </p:nvSpPr>
        <p:spPr>
          <a:xfrm xmlns:a="http://schemas.openxmlformats.org/drawingml/2006/main">
            <a:off x="8858250" y="3857625"/>
            <a:ext cx="295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0">
                <a:solidFill>
                  <a:srgbClr val="173F32"/>
                </a:solidFill>
                <a:latin typeface="Bitstream Charter"/>
                <a:ea typeface="Bitstream Charter"/>
                <a:cs typeface="Bitstream Charter"/>
              </a:defRPr>
            </a:defPPr>
          </a:lstStyle>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Back: index 1</a:t>
            </a:r>
          </a:p>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Next: disabled</a:t>
            </a:r>
          </a:p>
          <a:p xmlns:a="http://schemas.openxmlformats.org/drawingml/2006/main">
            <a:pPr algn="l">
              <a:defRPr sz="1725" b="0">
                <a:solidFill>
                  <a:srgbClr val="173F32"/>
                </a:solidFill>
                <a:latin typeface="Bitstream Charter"/>
                <a:ea typeface="Bitstream Charter"/>
                <a:cs typeface="Bitstream Charter"/>
              </a:defRPr>
            </a:pPr>
            <a:r>
              <a:rPr sz="1725" b="0">
                <a:solidFill>
                  <a:srgbClr val="173F32"/>
                </a:solidFill>
                <a:latin typeface="Bitstream Charter"/>
                <a:ea typeface="Bitstream Charter"/>
                <a:cs typeface="Bitstream Charter"/>
              </a:rPr>
              <a:t>Restart: index 0</a:t>
            </a:r>
          </a:p>
        </p:txBody>
      </p:sp>
      <p:sp>
        <p:nvSpPr>
          <p:cNvPr id="16" name="">
            <a:extLst xmlns:a="http://schemas.openxmlformats.org/drawingml/2006/main">
              <a:ext uri="{FF2B5EF4-FFF2-40B4-BE49-F238E27FC236}">
                <a16:creationId xmlns:a16="http://schemas.microsoft.com/office/drawing/2014/main" id="{BF36F8BF-B98B-4E23-8866-978E6ABE60A5}"/>
              </a:ext>
            </a:extLst>
          </p:cNvPr>
          <p:cNvSpPr>
            <a:spLocks xmlns:a="http://schemas.openxmlformats.org/drawingml/2006/main" noGrp="1"/>
          </p:cNvSpPr>
          <p:nvPr/>
        </p:nvSpPr>
        <p:spPr>
          <a:xfrm xmlns:a="http://schemas.openxmlformats.org/drawingml/2006/main">
            <a:off x="8858250" y="533400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52645B"/>
                </a:solidFill>
                <a:latin typeface="Bitstream Charter"/>
                <a:ea typeface="Bitstream Charter"/>
                <a:cs typeface="Bitstream Charter"/>
              </a:defRPr>
            </a:defPPr>
          </a:lstStyle>
          <a:p xmlns:a="http://schemas.openxmlformats.org/drawingml/2006/main">
            <a:pPr algn="l">
              <a:defRPr sz="1500" b="0">
                <a:solidFill>
                  <a:srgbClr val="52645B"/>
                </a:solidFill>
                <a:latin typeface="Bitstream Charter"/>
                <a:ea typeface="Bitstream Charter"/>
                <a:cs typeface="Bitstream Charter"/>
              </a:defRPr>
            </a:pPr>
            <a:r>
              <a:rPr sz="1500" b="0">
                <a:solidFill>
                  <a:srgbClr val="52645B"/>
                </a:solidFill>
                <a:latin typeface="Bitstream Charter"/>
                <a:ea typeface="Bitstream Charter"/>
                <a:cs typeface="Bitstream Charter"/>
              </a:rPr>
              <a:t>Linear story</a:t>
            </a:r>
          </a:p>
          <a:p xmlns:a="http://schemas.openxmlformats.org/drawingml/2006/main">
            <a:pPr algn="l">
              <a:defRPr sz="1500" b="0">
                <a:solidFill>
                  <a:srgbClr val="52645B"/>
                </a:solidFill>
                <a:latin typeface="Bitstream Charter"/>
                <a:ea typeface="Bitstream Charter"/>
                <a:cs typeface="Bitstream Charter"/>
              </a:defRPr>
            </a:pPr>
            <a:r>
              <a:rPr sz="1500" b="0">
                <a:solidFill>
                  <a:srgbClr val="52645B"/>
                </a:solidFill>
                <a:latin typeface="Bitstream Charter"/>
                <a:ea typeface="Bitstream Charter"/>
                <a:cs typeface="Bitstream Charter"/>
              </a:rPr>
              <a:t>Branching and sound: omitted</a:t>
            </a:r>
          </a:p>
        </p:txBody>
      </p:sp>
      <p:sp>
        <p:nvSpPr>
          <p:cNvPr id="17" name="">
            <a:extLst xmlns:a="http://schemas.openxmlformats.org/drawingml/2006/main">
              <a:ext uri="{FF2B5EF4-FFF2-40B4-BE49-F238E27FC236}">
                <a16:creationId xmlns:a16="http://schemas.microsoft.com/office/drawing/2014/main" id="{79656EBC-5B47-4B07-B339-3AE0ED1CB76F}"/>
              </a:ext>
            </a:extLst>
          </p:cNvPr>
          <p:cNvSpPr>
            <a:spLocks xmlns:a="http://schemas.openxmlformats.org/drawingml/2006/main" noGrp="1"/>
          </p:cNvSpPr>
          <p:nvPr/>
        </p:nvSpPr>
        <p:spPr>
          <a:xfrm xmlns:a="http://schemas.openxmlformats.org/drawingml/2006/main">
            <a:off x="381000" y="6496050"/>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52645B"/>
                </a:solidFill>
                <a:latin typeface="Bitstream Charter"/>
                <a:ea typeface="Bitstream Charter"/>
                <a:cs typeface="Bitstream Charter"/>
              </a:defRPr>
            </a:defPPr>
          </a:lstStyle>
          <a:p xmlns:a="http://schemas.openxmlformats.org/drawingml/2006/main">
            <a:pPr algn="l">
              <a:defRPr sz="1200" b="0">
                <a:solidFill>
                  <a:srgbClr val="52645B"/>
                </a:solidFill>
                <a:latin typeface="Bitstream Charter"/>
                <a:ea typeface="Bitstream Charter"/>
                <a:cs typeface="Bitstream Charter"/>
              </a:defRPr>
            </a:pPr>
            <a:r>
              <a:rPr sz="1200" b="0">
                <a:solidFill>
                  <a:srgbClr val="52645B"/>
                </a:solidFill>
                <a:latin typeface="Bitstream Charter"/>
                <a:ea typeface="Bitstream Charter"/>
                <a:cs typeface="Bitstream Charter"/>
              </a:rPr>
              <a:t>Action 7A visual prototype. Illustrations generated with ChatGPT.</a:t>
            </a:r>
          </a:p>
        </p:txBody>
      </p:sp>
    </p:spTree>
    <p:extLst>
      <p:ext uri="{BB962C8B-B14F-4D97-AF65-F5344CB8AC3E}">
        <p14:creationId xmlns:p14="http://schemas.microsoft.com/office/powerpoint/2010/main" val="970146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2026-10-08T20:29:18.7650000Z</dcterms:created>
  <dcterms:modified xsi:type="dcterms:W3CDTF">2026-10-08T20:29:18.7650000Z</dcterms:modified>
</coreProperties>
</file>